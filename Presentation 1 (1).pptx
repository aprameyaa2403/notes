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4F1055-94A1-F89C-0771-E76D23498179}" v="2" dt="2025-09-11T07:23:27.517"/>
    <p1510:client id="{8EA3960A-376A-40EB-7682-243980B10E88}" v="2" dt="2025-09-11T08:48:49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462C06-2EE6-4716-BECE-8EB9E7021161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DE21454-8895-4F6E-ABCD-EFB6B92A1D7B}">
      <dgm:prSet/>
      <dgm:spPr/>
      <dgm:t>
        <a:bodyPr/>
        <a:lstStyle/>
        <a:p>
          <a:r>
            <a:rPr lang="en-GB"/>
            <a:t>⏳ </a:t>
          </a:r>
          <a:r>
            <a:rPr lang="en-GB" b="1"/>
            <a:t>Procrastination</a:t>
          </a:r>
          <a:br>
            <a:rPr lang="en-GB" b="1"/>
          </a:br>
          <a:r>
            <a:rPr lang="en-GB"/>
            <a:t> Delaying tasks out of fear they won’t be perfect</a:t>
          </a:r>
          <a:endParaRPr lang="en-US"/>
        </a:p>
      </dgm:t>
    </dgm:pt>
    <dgm:pt modelId="{A52DFD55-1028-40EA-BED0-8EDFDFA3545D}" type="parTrans" cxnId="{7FD5E0CC-D585-456F-95F3-E5F833922201}">
      <dgm:prSet/>
      <dgm:spPr/>
      <dgm:t>
        <a:bodyPr/>
        <a:lstStyle/>
        <a:p>
          <a:endParaRPr lang="en-US"/>
        </a:p>
      </dgm:t>
    </dgm:pt>
    <dgm:pt modelId="{88146363-5017-4BFE-9516-FBFD75B9C37B}" type="sibTrans" cxnId="{7FD5E0CC-D585-456F-95F3-E5F833922201}">
      <dgm:prSet/>
      <dgm:spPr/>
      <dgm:t>
        <a:bodyPr/>
        <a:lstStyle/>
        <a:p>
          <a:endParaRPr lang="en-US"/>
        </a:p>
      </dgm:t>
    </dgm:pt>
    <dgm:pt modelId="{E5D9F252-3786-4B9E-AFE4-791C778FC0F5}">
      <dgm:prSet/>
      <dgm:spPr/>
      <dgm:t>
        <a:bodyPr/>
        <a:lstStyle/>
        <a:p>
          <a:r>
            <a:rPr lang="en-GB"/>
            <a:t>🚫 </a:t>
          </a:r>
          <a:r>
            <a:rPr lang="en-GB" b="1"/>
            <a:t>Avoidance of Challenges</a:t>
          </a:r>
          <a:br>
            <a:rPr lang="en-GB" b="1"/>
          </a:br>
          <a:r>
            <a:rPr lang="en-GB" b="1"/>
            <a:t> </a:t>
          </a:r>
          <a:r>
            <a:rPr lang="en-GB"/>
            <a:t>Avoiding new tasks or responsibilities to prevent potential failure</a:t>
          </a:r>
          <a:endParaRPr lang="en-US"/>
        </a:p>
      </dgm:t>
    </dgm:pt>
    <dgm:pt modelId="{BA517CA0-7B58-4EAE-86C5-6130BFD2B672}" type="parTrans" cxnId="{03FA70B9-AADF-472B-B8DF-F4B352E8BD58}">
      <dgm:prSet/>
      <dgm:spPr/>
      <dgm:t>
        <a:bodyPr/>
        <a:lstStyle/>
        <a:p>
          <a:endParaRPr lang="en-US"/>
        </a:p>
      </dgm:t>
    </dgm:pt>
    <dgm:pt modelId="{C4B5873C-6FE7-416B-8A4F-BE3E1D38A5E3}" type="sibTrans" cxnId="{03FA70B9-AADF-472B-B8DF-F4B352E8BD58}">
      <dgm:prSet/>
      <dgm:spPr/>
      <dgm:t>
        <a:bodyPr/>
        <a:lstStyle/>
        <a:p>
          <a:endParaRPr lang="en-US"/>
        </a:p>
      </dgm:t>
    </dgm:pt>
    <dgm:pt modelId="{48A409C8-6A29-466E-84CE-58FB10CE94D3}">
      <dgm:prSet/>
      <dgm:spPr/>
      <dgm:t>
        <a:bodyPr/>
        <a:lstStyle/>
        <a:p>
          <a:r>
            <a:rPr lang="en-GB"/>
            <a:t>📉 </a:t>
          </a:r>
          <a:r>
            <a:rPr lang="en-GB" b="1"/>
            <a:t>Reduced Productivity</a:t>
          </a:r>
          <a:br>
            <a:rPr lang="en-GB" b="1"/>
          </a:br>
          <a:r>
            <a:rPr lang="en-GB" b="1"/>
            <a:t> </a:t>
          </a:r>
          <a:r>
            <a:rPr lang="en-GB"/>
            <a:t>Spending excessive time on minor details, leading to missed deadlines</a:t>
          </a:r>
          <a:endParaRPr lang="en-US"/>
        </a:p>
      </dgm:t>
    </dgm:pt>
    <dgm:pt modelId="{DA1DFAE1-F96D-4847-B832-1B9447D14BCF}" type="parTrans" cxnId="{39E87D7F-1CD0-4D78-AC27-EE8B32B10D6B}">
      <dgm:prSet/>
      <dgm:spPr/>
      <dgm:t>
        <a:bodyPr/>
        <a:lstStyle/>
        <a:p>
          <a:endParaRPr lang="en-US"/>
        </a:p>
      </dgm:t>
    </dgm:pt>
    <dgm:pt modelId="{DAEB7240-9A09-4F34-B42B-5481EB14CCE9}" type="sibTrans" cxnId="{39E87D7F-1CD0-4D78-AC27-EE8B32B10D6B}">
      <dgm:prSet/>
      <dgm:spPr/>
      <dgm:t>
        <a:bodyPr/>
        <a:lstStyle/>
        <a:p>
          <a:endParaRPr lang="en-US"/>
        </a:p>
      </dgm:t>
    </dgm:pt>
    <dgm:pt modelId="{CD828420-BFC8-4591-A3E8-5CD9782E22EB}">
      <dgm:prSet/>
      <dgm:spPr/>
      <dgm:t>
        <a:bodyPr/>
        <a:lstStyle/>
        <a:p>
          <a:r>
            <a:rPr lang="en-GB"/>
            <a:t>😔 </a:t>
          </a:r>
          <a:r>
            <a:rPr lang="en-GB" b="1"/>
            <a:t>Strained Relationships</a:t>
          </a:r>
          <a:br>
            <a:rPr lang="en-GB" b="1"/>
          </a:br>
          <a:r>
            <a:rPr lang="en-GB" b="1"/>
            <a:t> </a:t>
          </a:r>
          <a:r>
            <a:rPr lang="en-GB"/>
            <a:t>Social withdrawal and difficulty accepting help or feedback</a:t>
          </a:r>
          <a:endParaRPr lang="en-US"/>
        </a:p>
      </dgm:t>
    </dgm:pt>
    <dgm:pt modelId="{C7797EDB-D1FD-420E-A5D4-86C3726E9088}" type="parTrans" cxnId="{57AD12DE-75C2-41E0-8050-C26829903233}">
      <dgm:prSet/>
      <dgm:spPr/>
      <dgm:t>
        <a:bodyPr/>
        <a:lstStyle/>
        <a:p>
          <a:endParaRPr lang="en-US"/>
        </a:p>
      </dgm:t>
    </dgm:pt>
    <dgm:pt modelId="{52DE9AB3-D575-4F7F-8375-EB7E7389B941}" type="sibTrans" cxnId="{57AD12DE-75C2-41E0-8050-C26829903233}">
      <dgm:prSet/>
      <dgm:spPr/>
      <dgm:t>
        <a:bodyPr/>
        <a:lstStyle/>
        <a:p>
          <a:endParaRPr lang="en-US"/>
        </a:p>
      </dgm:t>
    </dgm:pt>
    <dgm:pt modelId="{4AE65621-1F63-4FA2-AC6D-C07C9CEE69D7}">
      <dgm:prSet/>
      <dgm:spPr/>
      <dgm:t>
        <a:bodyPr/>
        <a:lstStyle/>
        <a:p>
          <a:r>
            <a:rPr lang="en-GB"/>
            <a:t>👉 Atelophobia makes even simple tasks feel overwhelming, affecting career growth and personal well-being.</a:t>
          </a:r>
          <a:endParaRPr lang="en-US"/>
        </a:p>
      </dgm:t>
    </dgm:pt>
    <dgm:pt modelId="{D69175A3-7436-4288-8E7D-AAA49D3E2C83}" type="parTrans" cxnId="{397CF4F0-B2AD-4642-A7C6-94FC58400D99}">
      <dgm:prSet/>
      <dgm:spPr/>
      <dgm:t>
        <a:bodyPr/>
        <a:lstStyle/>
        <a:p>
          <a:endParaRPr lang="en-US"/>
        </a:p>
      </dgm:t>
    </dgm:pt>
    <dgm:pt modelId="{9408A2CB-45B9-47F0-AD0A-E059A6DA642A}" type="sibTrans" cxnId="{397CF4F0-B2AD-4642-A7C6-94FC58400D99}">
      <dgm:prSet/>
      <dgm:spPr/>
      <dgm:t>
        <a:bodyPr/>
        <a:lstStyle/>
        <a:p>
          <a:endParaRPr lang="en-US"/>
        </a:p>
      </dgm:t>
    </dgm:pt>
    <dgm:pt modelId="{4B22AE5A-600B-4EE5-A5B0-788E6A57F23C}" type="pres">
      <dgm:prSet presAssocID="{DD462C06-2EE6-4716-BECE-8EB9E7021161}" presName="linear" presStyleCnt="0">
        <dgm:presLayoutVars>
          <dgm:animLvl val="lvl"/>
          <dgm:resizeHandles val="exact"/>
        </dgm:presLayoutVars>
      </dgm:prSet>
      <dgm:spPr/>
    </dgm:pt>
    <dgm:pt modelId="{4A9A129D-A5C1-4124-9DAA-1B3A369B04E3}" type="pres">
      <dgm:prSet presAssocID="{8DE21454-8895-4F6E-ABCD-EFB6B92A1D7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413220B-CFDE-4103-B3C8-1FF6D8C15BE0}" type="pres">
      <dgm:prSet presAssocID="{88146363-5017-4BFE-9516-FBFD75B9C37B}" presName="spacer" presStyleCnt="0"/>
      <dgm:spPr/>
    </dgm:pt>
    <dgm:pt modelId="{829C5254-EEEA-45C7-8694-53BB9C37B41B}" type="pres">
      <dgm:prSet presAssocID="{E5D9F252-3786-4B9E-AFE4-791C778FC0F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858E2AD-AF3C-4889-A2FB-015BFDD1529D}" type="pres">
      <dgm:prSet presAssocID="{C4B5873C-6FE7-416B-8A4F-BE3E1D38A5E3}" presName="spacer" presStyleCnt="0"/>
      <dgm:spPr/>
    </dgm:pt>
    <dgm:pt modelId="{5B8ADF43-6936-48E3-B047-7B02A44AE040}" type="pres">
      <dgm:prSet presAssocID="{48A409C8-6A29-466E-84CE-58FB10CE94D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FFDFACD-33B3-497E-B6E1-A49A65DACF60}" type="pres">
      <dgm:prSet presAssocID="{DAEB7240-9A09-4F34-B42B-5481EB14CCE9}" presName="spacer" presStyleCnt="0"/>
      <dgm:spPr/>
    </dgm:pt>
    <dgm:pt modelId="{191C2FEB-5D59-47C8-AFB6-74CC51D1CCB4}" type="pres">
      <dgm:prSet presAssocID="{CD828420-BFC8-4591-A3E8-5CD9782E22E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8B400AC-8321-4C56-906E-54F468383912}" type="pres">
      <dgm:prSet presAssocID="{52DE9AB3-D575-4F7F-8375-EB7E7389B941}" presName="spacer" presStyleCnt="0"/>
      <dgm:spPr/>
    </dgm:pt>
    <dgm:pt modelId="{914A6044-BFE3-4091-9921-AFC6B894D66E}" type="pres">
      <dgm:prSet presAssocID="{4AE65621-1F63-4FA2-AC6D-C07C9CEE69D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490E815-A724-4D90-AC7C-3B4F6167CC1A}" type="presOf" srcId="{CD828420-BFC8-4591-A3E8-5CD9782E22EB}" destId="{191C2FEB-5D59-47C8-AFB6-74CC51D1CCB4}" srcOrd="0" destOrd="0" presId="urn:microsoft.com/office/officeart/2005/8/layout/vList2"/>
    <dgm:cxn modelId="{C812911A-9BFE-4F84-A087-9ED1F792F98F}" type="presOf" srcId="{E5D9F252-3786-4B9E-AFE4-791C778FC0F5}" destId="{829C5254-EEEA-45C7-8694-53BB9C37B41B}" srcOrd="0" destOrd="0" presId="urn:microsoft.com/office/officeart/2005/8/layout/vList2"/>
    <dgm:cxn modelId="{3FF13337-BAC0-4AF2-B59B-DC0C185CF662}" type="presOf" srcId="{48A409C8-6A29-466E-84CE-58FB10CE94D3}" destId="{5B8ADF43-6936-48E3-B047-7B02A44AE040}" srcOrd="0" destOrd="0" presId="urn:microsoft.com/office/officeart/2005/8/layout/vList2"/>
    <dgm:cxn modelId="{39E87D7F-1CD0-4D78-AC27-EE8B32B10D6B}" srcId="{DD462C06-2EE6-4716-BECE-8EB9E7021161}" destId="{48A409C8-6A29-466E-84CE-58FB10CE94D3}" srcOrd="2" destOrd="0" parTransId="{DA1DFAE1-F96D-4847-B832-1B9447D14BCF}" sibTransId="{DAEB7240-9A09-4F34-B42B-5481EB14CCE9}"/>
    <dgm:cxn modelId="{97A301A0-D954-4FD2-83C8-7DBB0248AF73}" type="presOf" srcId="{4AE65621-1F63-4FA2-AC6D-C07C9CEE69D7}" destId="{914A6044-BFE3-4091-9921-AFC6B894D66E}" srcOrd="0" destOrd="0" presId="urn:microsoft.com/office/officeart/2005/8/layout/vList2"/>
    <dgm:cxn modelId="{03FA70B9-AADF-472B-B8DF-F4B352E8BD58}" srcId="{DD462C06-2EE6-4716-BECE-8EB9E7021161}" destId="{E5D9F252-3786-4B9E-AFE4-791C778FC0F5}" srcOrd="1" destOrd="0" parTransId="{BA517CA0-7B58-4EAE-86C5-6130BFD2B672}" sibTransId="{C4B5873C-6FE7-416B-8A4F-BE3E1D38A5E3}"/>
    <dgm:cxn modelId="{7FD5E0CC-D585-456F-95F3-E5F833922201}" srcId="{DD462C06-2EE6-4716-BECE-8EB9E7021161}" destId="{8DE21454-8895-4F6E-ABCD-EFB6B92A1D7B}" srcOrd="0" destOrd="0" parTransId="{A52DFD55-1028-40EA-BED0-8EDFDFA3545D}" sibTransId="{88146363-5017-4BFE-9516-FBFD75B9C37B}"/>
    <dgm:cxn modelId="{BF2201DA-8F34-42B8-9ADC-90B7A502839E}" type="presOf" srcId="{8DE21454-8895-4F6E-ABCD-EFB6B92A1D7B}" destId="{4A9A129D-A5C1-4124-9DAA-1B3A369B04E3}" srcOrd="0" destOrd="0" presId="urn:microsoft.com/office/officeart/2005/8/layout/vList2"/>
    <dgm:cxn modelId="{57AD12DE-75C2-41E0-8050-C26829903233}" srcId="{DD462C06-2EE6-4716-BECE-8EB9E7021161}" destId="{CD828420-BFC8-4591-A3E8-5CD9782E22EB}" srcOrd="3" destOrd="0" parTransId="{C7797EDB-D1FD-420E-A5D4-86C3726E9088}" sibTransId="{52DE9AB3-D575-4F7F-8375-EB7E7389B941}"/>
    <dgm:cxn modelId="{8B23FDEF-3B0C-441F-A06D-130325E702CE}" type="presOf" srcId="{DD462C06-2EE6-4716-BECE-8EB9E7021161}" destId="{4B22AE5A-600B-4EE5-A5B0-788E6A57F23C}" srcOrd="0" destOrd="0" presId="urn:microsoft.com/office/officeart/2005/8/layout/vList2"/>
    <dgm:cxn modelId="{397CF4F0-B2AD-4642-A7C6-94FC58400D99}" srcId="{DD462C06-2EE6-4716-BECE-8EB9E7021161}" destId="{4AE65621-1F63-4FA2-AC6D-C07C9CEE69D7}" srcOrd="4" destOrd="0" parTransId="{D69175A3-7436-4288-8E7D-AAA49D3E2C83}" sibTransId="{9408A2CB-45B9-47F0-AD0A-E059A6DA642A}"/>
    <dgm:cxn modelId="{79007E38-3D22-47F2-959E-2108CC9E9FE2}" type="presParOf" srcId="{4B22AE5A-600B-4EE5-A5B0-788E6A57F23C}" destId="{4A9A129D-A5C1-4124-9DAA-1B3A369B04E3}" srcOrd="0" destOrd="0" presId="urn:microsoft.com/office/officeart/2005/8/layout/vList2"/>
    <dgm:cxn modelId="{9A0401A4-19A0-4106-91BC-BC596759B936}" type="presParOf" srcId="{4B22AE5A-600B-4EE5-A5B0-788E6A57F23C}" destId="{5413220B-CFDE-4103-B3C8-1FF6D8C15BE0}" srcOrd="1" destOrd="0" presId="urn:microsoft.com/office/officeart/2005/8/layout/vList2"/>
    <dgm:cxn modelId="{BA80066E-EBD1-4D05-9EC2-4179FB87703F}" type="presParOf" srcId="{4B22AE5A-600B-4EE5-A5B0-788E6A57F23C}" destId="{829C5254-EEEA-45C7-8694-53BB9C37B41B}" srcOrd="2" destOrd="0" presId="urn:microsoft.com/office/officeart/2005/8/layout/vList2"/>
    <dgm:cxn modelId="{E65D403C-1458-4AE0-880A-83107E386EB2}" type="presParOf" srcId="{4B22AE5A-600B-4EE5-A5B0-788E6A57F23C}" destId="{E858E2AD-AF3C-4889-A2FB-015BFDD1529D}" srcOrd="3" destOrd="0" presId="urn:microsoft.com/office/officeart/2005/8/layout/vList2"/>
    <dgm:cxn modelId="{1892CBDE-EEC1-455A-B230-7E5456535CA3}" type="presParOf" srcId="{4B22AE5A-600B-4EE5-A5B0-788E6A57F23C}" destId="{5B8ADF43-6936-48E3-B047-7B02A44AE040}" srcOrd="4" destOrd="0" presId="urn:microsoft.com/office/officeart/2005/8/layout/vList2"/>
    <dgm:cxn modelId="{57E813C1-EEAD-439A-A018-24CEA37851A1}" type="presParOf" srcId="{4B22AE5A-600B-4EE5-A5B0-788E6A57F23C}" destId="{EFFDFACD-33B3-497E-B6E1-A49A65DACF60}" srcOrd="5" destOrd="0" presId="urn:microsoft.com/office/officeart/2005/8/layout/vList2"/>
    <dgm:cxn modelId="{7C94D134-B5CE-40D8-9C47-23ED851CAE40}" type="presParOf" srcId="{4B22AE5A-600B-4EE5-A5B0-788E6A57F23C}" destId="{191C2FEB-5D59-47C8-AFB6-74CC51D1CCB4}" srcOrd="6" destOrd="0" presId="urn:microsoft.com/office/officeart/2005/8/layout/vList2"/>
    <dgm:cxn modelId="{78B9AA6E-F76D-4E29-AA3A-0089C0F7CB05}" type="presParOf" srcId="{4B22AE5A-600B-4EE5-A5B0-788E6A57F23C}" destId="{28B400AC-8321-4C56-906E-54F468383912}" srcOrd="7" destOrd="0" presId="urn:microsoft.com/office/officeart/2005/8/layout/vList2"/>
    <dgm:cxn modelId="{F3178457-A8DF-4712-950E-EF2B0003756C}" type="presParOf" srcId="{4B22AE5A-600B-4EE5-A5B0-788E6A57F23C}" destId="{914A6044-BFE3-4091-9921-AFC6B894D66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4224FE-24BB-413B-800F-2535AF05796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89A237D-1910-4B10-9AC9-942EAE5505F2}">
      <dgm:prSet/>
      <dgm:spPr/>
      <dgm:t>
        <a:bodyPr/>
        <a:lstStyle/>
        <a:p>
          <a:r>
            <a:rPr lang="en-GB"/>
            <a:t>📱 </a:t>
          </a:r>
          <a:r>
            <a:rPr lang="en-GB" b="1"/>
            <a:t>Social Media Pressure</a:t>
          </a:r>
          <a:br>
            <a:rPr lang="en-GB" b="1"/>
          </a:br>
          <a:r>
            <a:rPr lang="en-GB" b="1"/>
            <a:t> </a:t>
          </a:r>
          <a:r>
            <a:rPr lang="en-GB"/>
            <a:t>Unrealistic portrayals of “perfect” lives fuel comparison and insecurity</a:t>
          </a:r>
          <a:endParaRPr lang="en-US"/>
        </a:p>
      </dgm:t>
    </dgm:pt>
    <dgm:pt modelId="{AEB75A01-7853-4399-A430-B0DA4880009E}" type="parTrans" cxnId="{F54609B9-E980-4A66-B36B-2139A4774466}">
      <dgm:prSet/>
      <dgm:spPr/>
      <dgm:t>
        <a:bodyPr/>
        <a:lstStyle/>
        <a:p>
          <a:endParaRPr lang="en-US"/>
        </a:p>
      </dgm:t>
    </dgm:pt>
    <dgm:pt modelId="{8ACC4F9D-2551-4827-94BE-30FF0EDAF441}" type="sibTrans" cxnId="{F54609B9-E980-4A66-B36B-2139A4774466}">
      <dgm:prSet/>
      <dgm:spPr/>
      <dgm:t>
        <a:bodyPr/>
        <a:lstStyle/>
        <a:p>
          <a:endParaRPr lang="en-US"/>
        </a:p>
      </dgm:t>
    </dgm:pt>
    <dgm:pt modelId="{0D610694-735F-418F-93A8-2A017455195C}">
      <dgm:prSet/>
      <dgm:spPr/>
      <dgm:t>
        <a:bodyPr/>
        <a:lstStyle/>
        <a:p>
          <a:r>
            <a:rPr lang="en-GB"/>
            <a:t>🎯 </a:t>
          </a:r>
          <a:r>
            <a:rPr lang="en-GB" b="1"/>
            <a:t>Unrealistic Standards</a:t>
          </a:r>
          <a:br>
            <a:rPr lang="en-GB" b="1"/>
          </a:br>
          <a:r>
            <a:rPr lang="en-GB"/>
            <a:t> Culture of perfectionism in education, workplace, and media</a:t>
          </a:r>
          <a:endParaRPr lang="en-US"/>
        </a:p>
      </dgm:t>
    </dgm:pt>
    <dgm:pt modelId="{780E5E4A-08C2-4160-BEB7-3A285C8369EA}" type="parTrans" cxnId="{33A5C074-AD99-4003-A55B-4778A0C72B10}">
      <dgm:prSet/>
      <dgm:spPr/>
      <dgm:t>
        <a:bodyPr/>
        <a:lstStyle/>
        <a:p>
          <a:endParaRPr lang="en-US"/>
        </a:p>
      </dgm:t>
    </dgm:pt>
    <dgm:pt modelId="{C0E9364B-788D-43CE-AB56-7BC5E799811C}" type="sibTrans" cxnId="{33A5C074-AD99-4003-A55B-4778A0C72B10}">
      <dgm:prSet/>
      <dgm:spPr/>
      <dgm:t>
        <a:bodyPr/>
        <a:lstStyle/>
        <a:p>
          <a:endParaRPr lang="en-US"/>
        </a:p>
      </dgm:t>
    </dgm:pt>
    <dgm:pt modelId="{18D84097-A47C-4EED-BEE7-D3A4212A7EA1}">
      <dgm:prSet/>
      <dgm:spPr/>
      <dgm:t>
        <a:bodyPr/>
        <a:lstStyle/>
        <a:p>
          <a:r>
            <a:rPr lang="en-GB"/>
            <a:t>👥 </a:t>
          </a:r>
          <a:r>
            <a:rPr lang="en-GB" b="1"/>
            <a:t>Peer &amp; Parental Expectations</a:t>
          </a:r>
          <a:br>
            <a:rPr lang="en-GB" b="1"/>
          </a:br>
          <a:r>
            <a:rPr lang="en-GB"/>
            <a:t> Excessive focus on achievement, grades, and flawless performance</a:t>
          </a:r>
          <a:endParaRPr lang="en-US"/>
        </a:p>
      </dgm:t>
    </dgm:pt>
    <dgm:pt modelId="{C568461C-DE51-4539-8139-02CF836F9E18}" type="parTrans" cxnId="{F47E9B75-1A87-489A-8511-B587B1E1A93D}">
      <dgm:prSet/>
      <dgm:spPr/>
      <dgm:t>
        <a:bodyPr/>
        <a:lstStyle/>
        <a:p>
          <a:endParaRPr lang="en-US"/>
        </a:p>
      </dgm:t>
    </dgm:pt>
    <dgm:pt modelId="{3F01AA26-60F3-448D-A35C-B3C12B983ACE}" type="sibTrans" cxnId="{F47E9B75-1A87-489A-8511-B587B1E1A93D}">
      <dgm:prSet/>
      <dgm:spPr/>
      <dgm:t>
        <a:bodyPr/>
        <a:lstStyle/>
        <a:p>
          <a:endParaRPr lang="en-US"/>
        </a:p>
      </dgm:t>
    </dgm:pt>
    <dgm:pt modelId="{57552819-F965-41C8-954B-FF38A35786E3}">
      <dgm:prSet/>
      <dgm:spPr/>
      <dgm:t>
        <a:bodyPr/>
        <a:lstStyle/>
        <a:p>
          <a:r>
            <a:rPr lang="en-GB"/>
            <a:t>🏆 </a:t>
          </a:r>
          <a:r>
            <a:rPr lang="en-GB" b="1"/>
            <a:t>Fear of Judgment</a:t>
          </a:r>
          <a:br>
            <a:rPr lang="en-GB" b="1"/>
          </a:br>
          <a:r>
            <a:rPr lang="en-GB" b="1"/>
            <a:t> </a:t>
          </a:r>
          <a:r>
            <a:rPr lang="en-GB"/>
            <a:t>Constant worry about being criticized or not measuring up</a:t>
          </a:r>
          <a:endParaRPr lang="en-US"/>
        </a:p>
      </dgm:t>
    </dgm:pt>
    <dgm:pt modelId="{AD7B55D3-0B8E-4081-BC2A-AF5083BF5F9B}" type="parTrans" cxnId="{17E6BD02-3847-47FB-941A-0A04E9A0F6A7}">
      <dgm:prSet/>
      <dgm:spPr/>
      <dgm:t>
        <a:bodyPr/>
        <a:lstStyle/>
        <a:p>
          <a:endParaRPr lang="en-US"/>
        </a:p>
      </dgm:t>
    </dgm:pt>
    <dgm:pt modelId="{BCA1D014-5B2F-4271-A04A-6F4880C9C9FA}" type="sibTrans" cxnId="{17E6BD02-3847-47FB-941A-0A04E9A0F6A7}">
      <dgm:prSet/>
      <dgm:spPr/>
      <dgm:t>
        <a:bodyPr/>
        <a:lstStyle/>
        <a:p>
          <a:endParaRPr lang="en-US"/>
        </a:p>
      </dgm:t>
    </dgm:pt>
    <dgm:pt modelId="{319F0026-906B-40EA-AE59-85ECFFD1BD62}">
      <dgm:prSet/>
      <dgm:spPr/>
      <dgm:t>
        <a:bodyPr/>
        <a:lstStyle/>
        <a:p>
          <a:r>
            <a:rPr lang="en-GB"/>
            <a:t>👉 Society’s “perfect world” image traps many in a cycle of fear and self-doubt.</a:t>
          </a:r>
          <a:endParaRPr lang="en-US"/>
        </a:p>
      </dgm:t>
    </dgm:pt>
    <dgm:pt modelId="{A4BC1CA3-CD3B-4DD3-8CEC-08DE3C979D66}" type="parTrans" cxnId="{41E34979-32F3-49A3-A7E5-3AEB506BDBC4}">
      <dgm:prSet/>
      <dgm:spPr/>
      <dgm:t>
        <a:bodyPr/>
        <a:lstStyle/>
        <a:p>
          <a:endParaRPr lang="en-US"/>
        </a:p>
      </dgm:t>
    </dgm:pt>
    <dgm:pt modelId="{FBE578F8-C2C8-45C5-B8E1-3EB84BD86555}" type="sibTrans" cxnId="{41E34979-32F3-49A3-A7E5-3AEB506BDBC4}">
      <dgm:prSet/>
      <dgm:spPr/>
      <dgm:t>
        <a:bodyPr/>
        <a:lstStyle/>
        <a:p>
          <a:endParaRPr lang="en-US"/>
        </a:p>
      </dgm:t>
    </dgm:pt>
    <dgm:pt modelId="{B64D4078-C504-4D75-B869-36AE2362A8FF}" type="pres">
      <dgm:prSet presAssocID="{394224FE-24BB-413B-800F-2535AF057967}" presName="linear" presStyleCnt="0">
        <dgm:presLayoutVars>
          <dgm:animLvl val="lvl"/>
          <dgm:resizeHandles val="exact"/>
        </dgm:presLayoutVars>
      </dgm:prSet>
      <dgm:spPr/>
    </dgm:pt>
    <dgm:pt modelId="{26626DCB-56F5-4DFB-B8D1-DC2594DCCF43}" type="pres">
      <dgm:prSet presAssocID="{C89A237D-1910-4B10-9AC9-942EAE5505F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D1C535F-7CE8-45A5-8392-D0478843DB66}" type="pres">
      <dgm:prSet presAssocID="{8ACC4F9D-2551-4827-94BE-30FF0EDAF441}" presName="spacer" presStyleCnt="0"/>
      <dgm:spPr/>
    </dgm:pt>
    <dgm:pt modelId="{F744D509-F5E1-44A5-A7E1-514734F41143}" type="pres">
      <dgm:prSet presAssocID="{0D610694-735F-418F-93A8-2A017455195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772770E-3E61-481F-9AFA-BF55432FC1EC}" type="pres">
      <dgm:prSet presAssocID="{C0E9364B-788D-43CE-AB56-7BC5E799811C}" presName="spacer" presStyleCnt="0"/>
      <dgm:spPr/>
    </dgm:pt>
    <dgm:pt modelId="{365A9D05-08EE-4809-80B9-68D0A03D7005}" type="pres">
      <dgm:prSet presAssocID="{18D84097-A47C-4EED-BEE7-D3A4212A7EA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07E6C58-9D4C-49D8-88C0-776A84F0E4F3}" type="pres">
      <dgm:prSet presAssocID="{3F01AA26-60F3-448D-A35C-B3C12B983ACE}" presName="spacer" presStyleCnt="0"/>
      <dgm:spPr/>
    </dgm:pt>
    <dgm:pt modelId="{70F538BC-FB0B-41F6-B3E1-499A017F61D4}" type="pres">
      <dgm:prSet presAssocID="{57552819-F965-41C8-954B-FF38A35786E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23A03B2-A85E-47C0-9BB9-F1A11571E251}" type="pres">
      <dgm:prSet presAssocID="{BCA1D014-5B2F-4271-A04A-6F4880C9C9FA}" presName="spacer" presStyleCnt="0"/>
      <dgm:spPr/>
    </dgm:pt>
    <dgm:pt modelId="{A8F10404-F700-4723-B8D9-DB6186E65E2C}" type="pres">
      <dgm:prSet presAssocID="{319F0026-906B-40EA-AE59-85ECFFD1BD6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7E6BD02-3847-47FB-941A-0A04E9A0F6A7}" srcId="{394224FE-24BB-413B-800F-2535AF057967}" destId="{57552819-F965-41C8-954B-FF38A35786E3}" srcOrd="3" destOrd="0" parTransId="{AD7B55D3-0B8E-4081-BC2A-AF5083BF5F9B}" sibTransId="{BCA1D014-5B2F-4271-A04A-6F4880C9C9FA}"/>
    <dgm:cxn modelId="{BD44200D-1ABC-40CA-9170-C7AE81DBA1B9}" type="presOf" srcId="{319F0026-906B-40EA-AE59-85ECFFD1BD62}" destId="{A8F10404-F700-4723-B8D9-DB6186E65E2C}" srcOrd="0" destOrd="0" presId="urn:microsoft.com/office/officeart/2005/8/layout/vList2"/>
    <dgm:cxn modelId="{E0805028-5F77-4865-BE26-C69E03E1C759}" type="presOf" srcId="{57552819-F965-41C8-954B-FF38A35786E3}" destId="{70F538BC-FB0B-41F6-B3E1-499A017F61D4}" srcOrd="0" destOrd="0" presId="urn:microsoft.com/office/officeart/2005/8/layout/vList2"/>
    <dgm:cxn modelId="{41F7A22F-B024-4482-88DB-9EDD569ADC52}" type="presOf" srcId="{18D84097-A47C-4EED-BEE7-D3A4212A7EA1}" destId="{365A9D05-08EE-4809-80B9-68D0A03D7005}" srcOrd="0" destOrd="0" presId="urn:microsoft.com/office/officeart/2005/8/layout/vList2"/>
    <dgm:cxn modelId="{BDACE360-E1E0-4226-848E-3ACFD31FD36C}" type="presOf" srcId="{0D610694-735F-418F-93A8-2A017455195C}" destId="{F744D509-F5E1-44A5-A7E1-514734F41143}" srcOrd="0" destOrd="0" presId="urn:microsoft.com/office/officeart/2005/8/layout/vList2"/>
    <dgm:cxn modelId="{33A5C074-AD99-4003-A55B-4778A0C72B10}" srcId="{394224FE-24BB-413B-800F-2535AF057967}" destId="{0D610694-735F-418F-93A8-2A017455195C}" srcOrd="1" destOrd="0" parTransId="{780E5E4A-08C2-4160-BEB7-3A285C8369EA}" sibTransId="{C0E9364B-788D-43CE-AB56-7BC5E799811C}"/>
    <dgm:cxn modelId="{F47E9B75-1A87-489A-8511-B587B1E1A93D}" srcId="{394224FE-24BB-413B-800F-2535AF057967}" destId="{18D84097-A47C-4EED-BEE7-D3A4212A7EA1}" srcOrd="2" destOrd="0" parTransId="{C568461C-DE51-4539-8139-02CF836F9E18}" sibTransId="{3F01AA26-60F3-448D-A35C-B3C12B983ACE}"/>
    <dgm:cxn modelId="{41E34979-32F3-49A3-A7E5-3AEB506BDBC4}" srcId="{394224FE-24BB-413B-800F-2535AF057967}" destId="{319F0026-906B-40EA-AE59-85ECFFD1BD62}" srcOrd="4" destOrd="0" parTransId="{A4BC1CA3-CD3B-4DD3-8CEC-08DE3C979D66}" sibTransId="{FBE578F8-C2C8-45C5-B8E1-3EB84BD86555}"/>
    <dgm:cxn modelId="{F54609B9-E980-4A66-B36B-2139A4774466}" srcId="{394224FE-24BB-413B-800F-2535AF057967}" destId="{C89A237D-1910-4B10-9AC9-942EAE5505F2}" srcOrd="0" destOrd="0" parTransId="{AEB75A01-7853-4399-A430-B0DA4880009E}" sibTransId="{8ACC4F9D-2551-4827-94BE-30FF0EDAF441}"/>
    <dgm:cxn modelId="{F4DE1BE7-BCE5-4D05-8BDD-4D28469792C0}" type="presOf" srcId="{394224FE-24BB-413B-800F-2535AF057967}" destId="{B64D4078-C504-4D75-B869-36AE2362A8FF}" srcOrd="0" destOrd="0" presId="urn:microsoft.com/office/officeart/2005/8/layout/vList2"/>
    <dgm:cxn modelId="{9A97FEFC-B20F-4417-8810-5C7C06AA574D}" type="presOf" srcId="{C89A237D-1910-4B10-9AC9-942EAE5505F2}" destId="{26626DCB-56F5-4DFB-B8D1-DC2594DCCF43}" srcOrd="0" destOrd="0" presId="urn:microsoft.com/office/officeart/2005/8/layout/vList2"/>
    <dgm:cxn modelId="{C4F69755-DFA0-4FE6-9BE3-BE95AE6FA99D}" type="presParOf" srcId="{B64D4078-C504-4D75-B869-36AE2362A8FF}" destId="{26626DCB-56F5-4DFB-B8D1-DC2594DCCF43}" srcOrd="0" destOrd="0" presId="urn:microsoft.com/office/officeart/2005/8/layout/vList2"/>
    <dgm:cxn modelId="{0975FC3E-302F-4579-91CC-E18C161748C5}" type="presParOf" srcId="{B64D4078-C504-4D75-B869-36AE2362A8FF}" destId="{1D1C535F-7CE8-45A5-8392-D0478843DB66}" srcOrd="1" destOrd="0" presId="urn:microsoft.com/office/officeart/2005/8/layout/vList2"/>
    <dgm:cxn modelId="{E834F77D-7715-42C2-8564-A3BAB5FADCB1}" type="presParOf" srcId="{B64D4078-C504-4D75-B869-36AE2362A8FF}" destId="{F744D509-F5E1-44A5-A7E1-514734F41143}" srcOrd="2" destOrd="0" presId="urn:microsoft.com/office/officeart/2005/8/layout/vList2"/>
    <dgm:cxn modelId="{5767279C-37A3-4E47-A11E-B338DDCEA16C}" type="presParOf" srcId="{B64D4078-C504-4D75-B869-36AE2362A8FF}" destId="{5772770E-3E61-481F-9AFA-BF55432FC1EC}" srcOrd="3" destOrd="0" presId="urn:microsoft.com/office/officeart/2005/8/layout/vList2"/>
    <dgm:cxn modelId="{DE5285A4-94B6-4389-8FB0-9F9B5AEE1A3D}" type="presParOf" srcId="{B64D4078-C504-4D75-B869-36AE2362A8FF}" destId="{365A9D05-08EE-4809-80B9-68D0A03D7005}" srcOrd="4" destOrd="0" presId="urn:microsoft.com/office/officeart/2005/8/layout/vList2"/>
    <dgm:cxn modelId="{A5C245F7-88C9-4C3A-B1AF-501D2C54ACE9}" type="presParOf" srcId="{B64D4078-C504-4D75-B869-36AE2362A8FF}" destId="{907E6C58-9D4C-49D8-88C0-776A84F0E4F3}" srcOrd="5" destOrd="0" presId="urn:microsoft.com/office/officeart/2005/8/layout/vList2"/>
    <dgm:cxn modelId="{B0804C5F-49AA-47A7-B0C0-A969749A5323}" type="presParOf" srcId="{B64D4078-C504-4D75-B869-36AE2362A8FF}" destId="{70F538BC-FB0B-41F6-B3E1-499A017F61D4}" srcOrd="6" destOrd="0" presId="urn:microsoft.com/office/officeart/2005/8/layout/vList2"/>
    <dgm:cxn modelId="{E35FDA35-9642-4BE6-A7B7-85A0A72DC610}" type="presParOf" srcId="{B64D4078-C504-4D75-B869-36AE2362A8FF}" destId="{223A03B2-A85E-47C0-9BB9-F1A11571E251}" srcOrd="7" destOrd="0" presId="urn:microsoft.com/office/officeart/2005/8/layout/vList2"/>
    <dgm:cxn modelId="{22C61F86-C74C-4974-86DC-8D9EC5311CE9}" type="presParOf" srcId="{B64D4078-C504-4D75-B869-36AE2362A8FF}" destId="{A8F10404-F700-4723-B8D9-DB6186E65E2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62DCB2-AAE7-45A5-AFA7-54BD17A9D09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61C9465-2CDF-424B-AC4C-2702D8D0C13C}">
      <dgm:prSet/>
      <dgm:spPr/>
      <dgm:t>
        <a:bodyPr/>
        <a:lstStyle/>
        <a:p>
          <a:r>
            <a:rPr lang="en-GB"/>
            <a:t>🧘‍♂️ </a:t>
          </a:r>
          <a:r>
            <a:rPr lang="en-GB" b="1"/>
            <a:t>Mindfulness &amp; Meditation</a:t>
          </a:r>
          <a:br>
            <a:rPr lang="en-GB" b="1"/>
          </a:br>
          <a:r>
            <a:rPr lang="en-GB"/>
            <a:t> Helps stay present and reduce anxiety about imperfections</a:t>
          </a:r>
          <a:endParaRPr lang="en-US"/>
        </a:p>
      </dgm:t>
    </dgm:pt>
    <dgm:pt modelId="{9BF9B5B6-A2C6-4C06-AE45-4E5D48ADEC91}" type="parTrans" cxnId="{0FEF66D6-1CF7-4438-AA0C-53087477748F}">
      <dgm:prSet/>
      <dgm:spPr/>
      <dgm:t>
        <a:bodyPr/>
        <a:lstStyle/>
        <a:p>
          <a:endParaRPr lang="en-US"/>
        </a:p>
      </dgm:t>
    </dgm:pt>
    <dgm:pt modelId="{24298970-874A-4270-A593-DF5EC35A0FD8}" type="sibTrans" cxnId="{0FEF66D6-1CF7-4438-AA0C-53087477748F}">
      <dgm:prSet/>
      <dgm:spPr/>
      <dgm:t>
        <a:bodyPr/>
        <a:lstStyle/>
        <a:p>
          <a:endParaRPr lang="en-US"/>
        </a:p>
      </dgm:t>
    </dgm:pt>
    <dgm:pt modelId="{9632E674-EE18-4A15-9FE1-E1F6AF72AC7C}">
      <dgm:prSet/>
      <dgm:spPr/>
      <dgm:t>
        <a:bodyPr/>
        <a:lstStyle/>
        <a:p>
          <a:r>
            <a:rPr lang="en-GB"/>
            <a:t>✅ </a:t>
          </a:r>
          <a:r>
            <a:rPr lang="en-GB" b="1"/>
            <a:t>Set Realistic Goals</a:t>
          </a:r>
          <a:br>
            <a:rPr lang="en-GB" b="1"/>
          </a:br>
          <a:r>
            <a:rPr lang="en-GB"/>
            <a:t> Break tasks into small, achievable steps to avoid overwhelm</a:t>
          </a:r>
          <a:endParaRPr lang="en-US"/>
        </a:p>
      </dgm:t>
    </dgm:pt>
    <dgm:pt modelId="{F6D888E0-62B6-4CC1-8A2E-AAD1C01698A6}" type="parTrans" cxnId="{528CADB5-8D39-49C0-B32D-D4B5EEA37FC4}">
      <dgm:prSet/>
      <dgm:spPr/>
      <dgm:t>
        <a:bodyPr/>
        <a:lstStyle/>
        <a:p>
          <a:endParaRPr lang="en-US"/>
        </a:p>
      </dgm:t>
    </dgm:pt>
    <dgm:pt modelId="{8E3A5AC1-7322-4C67-9861-6139BBAD8D00}" type="sibTrans" cxnId="{528CADB5-8D39-49C0-B32D-D4B5EEA37FC4}">
      <dgm:prSet/>
      <dgm:spPr/>
      <dgm:t>
        <a:bodyPr/>
        <a:lstStyle/>
        <a:p>
          <a:endParaRPr lang="en-US"/>
        </a:p>
      </dgm:t>
    </dgm:pt>
    <dgm:pt modelId="{9C6C40A6-9586-4C9D-9FCB-1414E3AFB8B1}">
      <dgm:prSet/>
      <dgm:spPr/>
      <dgm:t>
        <a:bodyPr/>
        <a:lstStyle/>
        <a:p>
          <a:r>
            <a:rPr lang="en-GB"/>
            <a:t>✍️ </a:t>
          </a:r>
          <a:r>
            <a:rPr lang="en-GB" b="1"/>
            <a:t>Journaling</a:t>
          </a:r>
          <a:br>
            <a:rPr lang="en-GB" b="1"/>
          </a:br>
          <a:r>
            <a:rPr lang="en-GB"/>
            <a:t> Reflect on fears, progress, and celebrate small wins</a:t>
          </a:r>
          <a:endParaRPr lang="en-US"/>
        </a:p>
      </dgm:t>
    </dgm:pt>
    <dgm:pt modelId="{7F150ACF-B675-499E-A758-3533CAC074AF}" type="parTrans" cxnId="{75670A52-EE07-4CFC-9400-2828DDF8A6D4}">
      <dgm:prSet/>
      <dgm:spPr/>
      <dgm:t>
        <a:bodyPr/>
        <a:lstStyle/>
        <a:p>
          <a:endParaRPr lang="en-US"/>
        </a:p>
      </dgm:t>
    </dgm:pt>
    <dgm:pt modelId="{33894C46-96E3-46CC-AAAD-D1D42A185D02}" type="sibTrans" cxnId="{75670A52-EE07-4CFC-9400-2828DDF8A6D4}">
      <dgm:prSet/>
      <dgm:spPr/>
      <dgm:t>
        <a:bodyPr/>
        <a:lstStyle/>
        <a:p>
          <a:endParaRPr lang="en-US"/>
        </a:p>
      </dgm:t>
    </dgm:pt>
    <dgm:pt modelId="{1BB7F387-8CBF-40B7-8309-58269F9CF3A6}">
      <dgm:prSet/>
      <dgm:spPr/>
      <dgm:t>
        <a:bodyPr/>
        <a:lstStyle/>
        <a:p>
          <a:r>
            <a:rPr lang="en-GB"/>
            <a:t>💬 </a:t>
          </a:r>
          <a:r>
            <a:rPr lang="en-GB" b="1"/>
            <a:t>Positive Self-talk</a:t>
          </a:r>
          <a:br>
            <a:rPr lang="en-GB" b="1"/>
          </a:br>
          <a:r>
            <a:rPr lang="en-GB" b="1"/>
            <a:t> </a:t>
          </a:r>
          <a:r>
            <a:rPr lang="en-GB"/>
            <a:t>Replace harsh criticism with encouraging affirmations</a:t>
          </a:r>
          <a:endParaRPr lang="en-US"/>
        </a:p>
      </dgm:t>
    </dgm:pt>
    <dgm:pt modelId="{4255E892-1AE6-418D-A1AC-40DD64951C2D}" type="parTrans" cxnId="{258F8E94-276E-46C8-8D59-2B800CC11DDF}">
      <dgm:prSet/>
      <dgm:spPr/>
      <dgm:t>
        <a:bodyPr/>
        <a:lstStyle/>
        <a:p>
          <a:endParaRPr lang="en-US"/>
        </a:p>
      </dgm:t>
    </dgm:pt>
    <dgm:pt modelId="{25F632BA-5C73-4D68-A9B3-96B8CF3CECD1}" type="sibTrans" cxnId="{258F8E94-276E-46C8-8D59-2B800CC11DDF}">
      <dgm:prSet/>
      <dgm:spPr/>
      <dgm:t>
        <a:bodyPr/>
        <a:lstStyle/>
        <a:p>
          <a:endParaRPr lang="en-US"/>
        </a:p>
      </dgm:t>
    </dgm:pt>
    <dgm:pt modelId="{DDECEE17-3AF8-47D1-B996-14A86817AD75}">
      <dgm:prSet/>
      <dgm:spPr/>
      <dgm:t>
        <a:bodyPr/>
        <a:lstStyle/>
        <a:p>
          <a:r>
            <a:rPr lang="en-GB"/>
            <a:t>👥 </a:t>
          </a:r>
          <a:r>
            <a:rPr lang="en-GB" b="1"/>
            <a:t>Seek Support</a:t>
          </a:r>
          <a:br>
            <a:rPr lang="en-GB" b="1"/>
          </a:br>
          <a:r>
            <a:rPr lang="en-GB"/>
            <a:t> Talk to friends, family, or support groups to share experiences</a:t>
          </a:r>
          <a:endParaRPr lang="en-US"/>
        </a:p>
      </dgm:t>
    </dgm:pt>
    <dgm:pt modelId="{65E6F339-48A0-463D-A16E-214B08055500}" type="parTrans" cxnId="{1B872B8F-7C41-4E47-B2D8-2AE76D2B4E82}">
      <dgm:prSet/>
      <dgm:spPr/>
      <dgm:t>
        <a:bodyPr/>
        <a:lstStyle/>
        <a:p>
          <a:endParaRPr lang="en-US"/>
        </a:p>
      </dgm:t>
    </dgm:pt>
    <dgm:pt modelId="{64DFEF92-A6E5-40BD-9A52-2E4AA072D4BD}" type="sibTrans" cxnId="{1B872B8F-7C41-4E47-B2D8-2AE76D2B4E82}">
      <dgm:prSet/>
      <dgm:spPr/>
      <dgm:t>
        <a:bodyPr/>
        <a:lstStyle/>
        <a:p>
          <a:endParaRPr lang="en-US"/>
        </a:p>
      </dgm:t>
    </dgm:pt>
    <dgm:pt modelId="{41CAC03E-4296-4E36-AE0F-7767F2669D44}" type="pres">
      <dgm:prSet presAssocID="{7D62DCB2-AAE7-45A5-AFA7-54BD17A9D096}" presName="root" presStyleCnt="0">
        <dgm:presLayoutVars>
          <dgm:dir/>
          <dgm:resizeHandles val="exact"/>
        </dgm:presLayoutVars>
      </dgm:prSet>
      <dgm:spPr/>
    </dgm:pt>
    <dgm:pt modelId="{9F0D5DD1-3564-4637-AF8A-6C38AE08A210}" type="pres">
      <dgm:prSet presAssocID="{D61C9465-2CDF-424B-AC4C-2702D8D0C13C}" presName="compNode" presStyleCnt="0"/>
      <dgm:spPr/>
    </dgm:pt>
    <dgm:pt modelId="{C8A53A55-0E81-4422-9AAA-BF43A408A4EF}" type="pres">
      <dgm:prSet presAssocID="{D61C9465-2CDF-424B-AC4C-2702D8D0C13C}" presName="bgRect" presStyleLbl="bgShp" presStyleIdx="0" presStyleCnt="5"/>
      <dgm:spPr/>
    </dgm:pt>
    <dgm:pt modelId="{D29AF6AB-919D-45F9-AC0B-9C19CFB1AE0F}" type="pres">
      <dgm:prSet presAssocID="{D61C9465-2CDF-424B-AC4C-2702D8D0C13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F894E329-ED93-4B4B-892B-6420E4A66556}" type="pres">
      <dgm:prSet presAssocID="{D61C9465-2CDF-424B-AC4C-2702D8D0C13C}" presName="spaceRect" presStyleCnt="0"/>
      <dgm:spPr/>
    </dgm:pt>
    <dgm:pt modelId="{5F7F9B2C-E233-4476-8F3A-9D91DE3332B8}" type="pres">
      <dgm:prSet presAssocID="{D61C9465-2CDF-424B-AC4C-2702D8D0C13C}" presName="parTx" presStyleLbl="revTx" presStyleIdx="0" presStyleCnt="5">
        <dgm:presLayoutVars>
          <dgm:chMax val="0"/>
          <dgm:chPref val="0"/>
        </dgm:presLayoutVars>
      </dgm:prSet>
      <dgm:spPr/>
    </dgm:pt>
    <dgm:pt modelId="{B4AF0E1F-6BF5-4DF2-AF3E-3F8C6F7E59D1}" type="pres">
      <dgm:prSet presAssocID="{24298970-874A-4270-A593-DF5EC35A0FD8}" presName="sibTrans" presStyleCnt="0"/>
      <dgm:spPr/>
    </dgm:pt>
    <dgm:pt modelId="{67810BEB-18D9-4AAC-B1ED-2CE83BB9113D}" type="pres">
      <dgm:prSet presAssocID="{9632E674-EE18-4A15-9FE1-E1F6AF72AC7C}" presName="compNode" presStyleCnt="0"/>
      <dgm:spPr/>
    </dgm:pt>
    <dgm:pt modelId="{9C93882E-028D-49CC-824F-F147F05B71D4}" type="pres">
      <dgm:prSet presAssocID="{9632E674-EE18-4A15-9FE1-E1F6AF72AC7C}" presName="bgRect" presStyleLbl="bgShp" presStyleIdx="1" presStyleCnt="5"/>
      <dgm:spPr/>
    </dgm:pt>
    <dgm:pt modelId="{340590B4-0C7B-4B96-AF1A-E912997D3F00}" type="pres">
      <dgm:prSet presAssocID="{9632E674-EE18-4A15-9FE1-E1F6AF72AC7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9E65FEB-27D2-44A5-802B-5B41889B3B20}" type="pres">
      <dgm:prSet presAssocID="{9632E674-EE18-4A15-9FE1-E1F6AF72AC7C}" presName="spaceRect" presStyleCnt="0"/>
      <dgm:spPr/>
    </dgm:pt>
    <dgm:pt modelId="{70A8BE79-021D-4B70-8F4E-B81261F7148C}" type="pres">
      <dgm:prSet presAssocID="{9632E674-EE18-4A15-9FE1-E1F6AF72AC7C}" presName="parTx" presStyleLbl="revTx" presStyleIdx="1" presStyleCnt="5">
        <dgm:presLayoutVars>
          <dgm:chMax val="0"/>
          <dgm:chPref val="0"/>
        </dgm:presLayoutVars>
      </dgm:prSet>
      <dgm:spPr/>
    </dgm:pt>
    <dgm:pt modelId="{0D2D11B1-1CE4-4461-B4D3-701FAE438B47}" type="pres">
      <dgm:prSet presAssocID="{8E3A5AC1-7322-4C67-9861-6139BBAD8D00}" presName="sibTrans" presStyleCnt="0"/>
      <dgm:spPr/>
    </dgm:pt>
    <dgm:pt modelId="{FEA451DC-16BE-44BD-9DF2-803BA1D35645}" type="pres">
      <dgm:prSet presAssocID="{9C6C40A6-9586-4C9D-9FCB-1414E3AFB8B1}" presName="compNode" presStyleCnt="0"/>
      <dgm:spPr/>
    </dgm:pt>
    <dgm:pt modelId="{3ACCE9C4-E9F8-4901-8326-E8D78F4B7633}" type="pres">
      <dgm:prSet presAssocID="{9C6C40A6-9586-4C9D-9FCB-1414E3AFB8B1}" presName="bgRect" presStyleLbl="bgShp" presStyleIdx="2" presStyleCnt="5"/>
      <dgm:spPr/>
    </dgm:pt>
    <dgm:pt modelId="{F430986D-D43B-454E-B667-683F3CCE9600}" type="pres">
      <dgm:prSet presAssocID="{9C6C40A6-9586-4C9D-9FCB-1414E3AFB8B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ried Face with Solid Fill"/>
        </a:ext>
      </dgm:extLst>
    </dgm:pt>
    <dgm:pt modelId="{4D8640A8-8451-470B-9211-9DC4B64BA1E2}" type="pres">
      <dgm:prSet presAssocID="{9C6C40A6-9586-4C9D-9FCB-1414E3AFB8B1}" presName="spaceRect" presStyleCnt="0"/>
      <dgm:spPr/>
    </dgm:pt>
    <dgm:pt modelId="{2C53F75E-EBE4-482B-90A9-C1B89357947F}" type="pres">
      <dgm:prSet presAssocID="{9C6C40A6-9586-4C9D-9FCB-1414E3AFB8B1}" presName="parTx" presStyleLbl="revTx" presStyleIdx="2" presStyleCnt="5">
        <dgm:presLayoutVars>
          <dgm:chMax val="0"/>
          <dgm:chPref val="0"/>
        </dgm:presLayoutVars>
      </dgm:prSet>
      <dgm:spPr/>
    </dgm:pt>
    <dgm:pt modelId="{480CCEA1-083F-4A80-AA3F-7213A1CAD076}" type="pres">
      <dgm:prSet presAssocID="{33894C46-96E3-46CC-AAAD-D1D42A185D02}" presName="sibTrans" presStyleCnt="0"/>
      <dgm:spPr/>
    </dgm:pt>
    <dgm:pt modelId="{CD106E51-D5E3-495E-98A6-52191258BAB8}" type="pres">
      <dgm:prSet presAssocID="{1BB7F387-8CBF-40B7-8309-58269F9CF3A6}" presName="compNode" presStyleCnt="0"/>
      <dgm:spPr/>
    </dgm:pt>
    <dgm:pt modelId="{3236E325-A0E5-4978-9E60-DAB4226BF90A}" type="pres">
      <dgm:prSet presAssocID="{1BB7F387-8CBF-40B7-8309-58269F9CF3A6}" presName="bgRect" presStyleLbl="bgShp" presStyleIdx="3" presStyleCnt="5"/>
      <dgm:spPr/>
    </dgm:pt>
    <dgm:pt modelId="{BFCC75C3-F9EB-4BC4-905B-2775A569D39A}" type="pres">
      <dgm:prSet presAssocID="{1BB7F387-8CBF-40B7-8309-58269F9CF3A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4E88C2FB-DFFE-4C13-9DD8-5A95CEBA052F}" type="pres">
      <dgm:prSet presAssocID="{1BB7F387-8CBF-40B7-8309-58269F9CF3A6}" presName="spaceRect" presStyleCnt="0"/>
      <dgm:spPr/>
    </dgm:pt>
    <dgm:pt modelId="{22DB15E3-00B2-4AFA-879A-CD727A64D60B}" type="pres">
      <dgm:prSet presAssocID="{1BB7F387-8CBF-40B7-8309-58269F9CF3A6}" presName="parTx" presStyleLbl="revTx" presStyleIdx="3" presStyleCnt="5">
        <dgm:presLayoutVars>
          <dgm:chMax val="0"/>
          <dgm:chPref val="0"/>
        </dgm:presLayoutVars>
      </dgm:prSet>
      <dgm:spPr/>
    </dgm:pt>
    <dgm:pt modelId="{6633D919-54FE-4324-AB33-A4A50D5CEF5C}" type="pres">
      <dgm:prSet presAssocID="{25F632BA-5C73-4D68-A9B3-96B8CF3CECD1}" presName="sibTrans" presStyleCnt="0"/>
      <dgm:spPr/>
    </dgm:pt>
    <dgm:pt modelId="{A5B4CF74-5AF4-4F87-8B00-3DB441D46D09}" type="pres">
      <dgm:prSet presAssocID="{DDECEE17-3AF8-47D1-B996-14A86817AD75}" presName="compNode" presStyleCnt="0"/>
      <dgm:spPr/>
    </dgm:pt>
    <dgm:pt modelId="{D6DE9810-0435-45C0-AA0F-F8CED73098F1}" type="pres">
      <dgm:prSet presAssocID="{DDECEE17-3AF8-47D1-B996-14A86817AD75}" presName="bgRect" presStyleLbl="bgShp" presStyleIdx="4" presStyleCnt="5"/>
      <dgm:spPr/>
    </dgm:pt>
    <dgm:pt modelId="{AFA05423-7EC5-4CE1-ACDD-7CAA80AD8251}" type="pres">
      <dgm:prSet presAssocID="{DDECEE17-3AF8-47D1-B996-14A86817AD7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641AC089-65AD-4A86-B007-EBD5D82C23A4}" type="pres">
      <dgm:prSet presAssocID="{DDECEE17-3AF8-47D1-B996-14A86817AD75}" presName="spaceRect" presStyleCnt="0"/>
      <dgm:spPr/>
    </dgm:pt>
    <dgm:pt modelId="{AA8B43AB-2745-4654-B80F-0AA0F73A3E7B}" type="pres">
      <dgm:prSet presAssocID="{DDECEE17-3AF8-47D1-B996-14A86817AD7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BA1BB03-D158-4B7C-9B9F-1A8C1448AF11}" type="presOf" srcId="{D61C9465-2CDF-424B-AC4C-2702D8D0C13C}" destId="{5F7F9B2C-E233-4476-8F3A-9D91DE3332B8}" srcOrd="0" destOrd="0" presId="urn:microsoft.com/office/officeart/2018/2/layout/IconVerticalSolidList"/>
    <dgm:cxn modelId="{837FEA18-B2B5-4A9A-9546-C20DBA25D365}" type="presOf" srcId="{DDECEE17-3AF8-47D1-B996-14A86817AD75}" destId="{AA8B43AB-2745-4654-B80F-0AA0F73A3E7B}" srcOrd="0" destOrd="0" presId="urn:microsoft.com/office/officeart/2018/2/layout/IconVerticalSolidList"/>
    <dgm:cxn modelId="{7F270260-4D8E-494D-9DD6-06D72928B76E}" type="presOf" srcId="{9C6C40A6-9586-4C9D-9FCB-1414E3AFB8B1}" destId="{2C53F75E-EBE4-482B-90A9-C1B89357947F}" srcOrd="0" destOrd="0" presId="urn:microsoft.com/office/officeart/2018/2/layout/IconVerticalSolidList"/>
    <dgm:cxn modelId="{D7A02C65-B0BD-4376-9153-F9FE38CA9649}" type="presOf" srcId="{1BB7F387-8CBF-40B7-8309-58269F9CF3A6}" destId="{22DB15E3-00B2-4AFA-879A-CD727A64D60B}" srcOrd="0" destOrd="0" presId="urn:microsoft.com/office/officeart/2018/2/layout/IconVerticalSolidList"/>
    <dgm:cxn modelId="{A2157270-ADBB-40E5-9CA6-3EA4306A9F3D}" type="presOf" srcId="{7D62DCB2-AAE7-45A5-AFA7-54BD17A9D096}" destId="{41CAC03E-4296-4E36-AE0F-7767F2669D44}" srcOrd="0" destOrd="0" presId="urn:microsoft.com/office/officeart/2018/2/layout/IconVerticalSolidList"/>
    <dgm:cxn modelId="{75670A52-EE07-4CFC-9400-2828DDF8A6D4}" srcId="{7D62DCB2-AAE7-45A5-AFA7-54BD17A9D096}" destId="{9C6C40A6-9586-4C9D-9FCB-1414E3AFB8B1}" srcOrd="2" destOrd="0" parTransId="{7F150ACF-B675-499E-A758-3533CAC074AF}" sibTransId="{33894C46-96E3-46CC-AAAD-D1D42A185D02}"/>
    <dgm:cxn modelId="{1B872B8F-7C41-4E47-B2D8-2AE76D2B4E82}" srcId="{7D62DCB2-AAE7-45A5-AFA7-54BD17A9D096}" destId="{DDECEE17-3AF8-47D1-B996-14A86817AD75}" srcOrd="4" destOrd="0" parTransId="{65E6F339-48A0-463D-A16E-214B08055500}" sibTransId="{64DFEF92-A6E5-40BD-9A52-2E4AA072D4BD}"/>
    <dgm:cxn modelId="{258F8E94-276E-46C8-8D59-2B800CC11DDF}" srcId="{7D62DCB2-AAE7-45A5-AFA7-54BD17A9D096}" destId="{1BB7F387-8CBF-40B7-8309-58269F9CF3A6}" srcOrd="3" destOrd="0" parTransId="{4255E892-1AE6-418D-A1AC-40DD64951C2D}" sibTransId="{25F632BA-5C73-4D68-A9B3-96B8CF3CECD1}"/>
    <dgm:cxn modelId="{528CADB5-8D39-49C0-B32D-D4B5EEA37FC4}" srcId="{7D62DCB2-AAE7-45A5-AFA7-54BD17A9D096}" destId="{9632E674-EE18-4A15-9FE1-E1F6AF72AC7C}" srcOrd="1" destOrd="0" parTransId="{F6D888E0-62B6-4CC1-8A2E-AAD1C01698A6}" sibTransId="{8E3A5AC1-7322-4C67-9861-6139BBAD8D00}"/>
    <dgm:cxn modelId="{0FEF66D6-1CF7-4438-AA0C-53087477748F}" srcId="{7D62DCB2-AAE7-45A5-AFA7-54BD17A9D096}" destId="{D61C9465-2CDF-424B-AC4C-2702D8D0C13C}" srcOrd="0" destOrd="0" parTransId="{9BF9B5B6-A2C6-4C06-AE45-4E5D48ADEC91}" sibTransId="{24298970-874A-4270-A593-DF5EC35A0FD8}"/>
    <dgm:cxn modelId="{807EFDF7-F286-45C0-A228-4398158A3132}" type="presOf" srcId="{9632E674-EE18-4A15-9FE1-E1F6AF72AC7C}" destId="{70A8BE79-021D-4B70-8F4E-B81261F7148C}" srcOrd="0" destOrd="0" presId="urn:microsoft.com/office/officeart/2018/2/layout/IconVerticalSolidList"/>
    <dgm:cxn modelId="{26414061-130C-4E25-93E7-D673A97ACDC3}" type="presParOf" srcId="{41CAC03E-4296-4E36-AE0F-7767F2669D44}" destId="{9F0D5DD1-3564-4637-AF8A-6C38AE08A210}" srcOrd="0" destOrd="0" presId="urn:microsoft.com/office/officeart/2018/2/layout/IconVerticalSolidList"/>
    <dgm:cxn modelId="{DA55B470-2F4A-4BFA-9A92-9E0812975274}" type="presParOf" srcId="{9F0D5DD1-3564-4637-AF8A-6C38AE08A210}" destId="{C8A53A55-0E81-4422-9AAA-BF43A408A4EF}" srcOrd="0" destOrd="0" presId="urn:microsoft.com/office/officeart/2018/2/layout/IconVerticalSolidList"/>
    <dgm:cxn modelId="{6A1DF753-84FB-46F4-B8C9-286BFF1B41F3}" type="presParOf" srcId="{9F0D5DD1-3564-4637-AF8A-6C38AE08A210}" destId="{D29AF6AB-919D-45F9-AC0B-9C19CFB1AE0F}" srcOrd="1" destOrd="0" presId="urn:microsoft.com/office/officeart/2018/2/layout/IconVerticalSolidList"/>
    <dgm:cxn modelId="{67863BF6-AF9A-4156-9C3B-FD826A700741}" type="presParOf" srcId="{9F0D5DD1-3564-4637-AF8A-6C38AE08A210}" destId="{F894E329-ED93-4B4B-892B-6420E4A66556}" srcOrd="2" destOrd="0" presId="urn:microsoft.com/office/officeart/2018/2/layout/IconVerticalSolidList"/>
    <dgm:cxn modelId="{3E7C0BE6-E15E-4CCD-9D42-C9EFE66735D3}" type="presParOf" srcId="{9F0D5DD1-3564-4637-AF8A-6C38AE08A210}" destId="{5F7F9B2C-E233-4476-8F3A-9D91DE3332B8}" srcOrd="3" destOrd="0" presId="urn:microsoft.com/office/officeart/2018/2/layout/IconVerticalSolidList"/>
    <dgm:cxn modelId="{16B371CD-8F3C-42EF-9A28-800047C9C188}" type="presParOf" srcId="{41CAC03E-4296-4E36-AE0F-7767F2669D44}" destId="{B4AF0E1F-6BF5-4DF2-AF3E-3F8C6F7E59D1}" srcOrd="1" destOrd="0" presId="urn:microsoft.com/office/officeart/2018/2/layout/IconVerticalSolidList"/>
    <dgm:cxn modelId="{63005BAB-BE8E-4C57-AD51-0F3576483087}" type="presParOf" srcId="{41CAC03E-4296-4E36-AE0F-7767F2669D44}" destId="{67810BEB-18D9-4AAC-B1ED-2CE83BB9113D}" srcOrd="2" destOrd="0" presId="urn:microsoft.com/office/officeart/2018/2/layout/IconVerticalSolidList"/>
    <dgm:cxn modelId="{2C8B7910-9828-41EE-ABDE-5E936E9DC25D}" type="presParOf" srcId="{67810BEB-18D9-4AAC-B1ED-2CE83BB9113D}" destId="{9C93882E-028D-49CC-824F-F147F05B71D4}" srcOrd="0" destOrd="0" presId="urn:microsoft.com/office/officeart/2018/2/layout/IconVerticalSolidList"/>
    <dgm:cxn modelId="{FE363BBD-E507-46E5-BEE0-5B3205E155EB}" type="presParOf" srcId="{67810BEB-18D9-4AAC-B1ED-2CE83BB9113D}" destId="{340590B4-0C7B-4B96-AF1A-E912997D3F00}" srcOrd="1" destOrd="0" presId="urn:microsoft.com/office/officeart/2018/2/layout/IconVerticalSolidList"/>
    <dgm:cxn modelId="{F29D832D-D975-4FA1-8DE8-15D02D131C2F}" type="presParOf" srcId="{67810BEB-18D9-4AAC-B1ED-2CE83BB9113D}" destId="{89E65FEB-27D2-44A5-802B-5B41889B3B20}" srcOrd="2" destOrd="0" presId="urn:microsoft.com/office/officeart/2018/2/layout/IconVerticalSolidList"/>
    <dgm:cxn modelId="{9509731F-5F2C-4F4C-87B4-A3705A8A4401}" type="presParOf" srcId="{67810BEB-18D9-4AAC-B1ED-2CE83BB9113D}" destId="{70A8BE79-021D-4B70-8F4E-B81261F7148C}" srcOrd="3" destOrd="0" presId="urn:microsoft.com/office/officeart/2018/2/layout/IconVerticalSolidList"/>
    <dgm:cxn modelId="{395517EE-C39A-49BB-947A-A99E9688788D}" type="presParOf" srcId="{41CAC03E-4296-4E36-AE0F-7767F2669D44}" destId="{0D2D11B1-1CE4-4461-B4D3-701FAE438B47}" srcOrd="3" destOrd="0" presId="urn:microsoft.com/office/officeart/2018/2/layout/IconVerticalSolidList"/>
    <dgm:cxn modelId="{E821BD8F-F963-4832-9623-DC70E3E1F347}" type="presParOf" srcId="{41CAC03E-4296-4E36-AE0F-7767F2669D44}" destId="{FEA451DC-16BE-44BD-9DF2-803BA1D35645}" srcOrd="4" destOrd="0" presId="urn:microsoft.com/office/officeart/2018/2/layout/IconVerticalSolidList"/>
    <dgm:cxn modelId="{2271E792-421A-4140-8FF2-FC94291ABA1C}" type="presParOf" srcId="{FEA451DC-16BE-44BD-9DF2-803BA1D35645}" destId="{3ACCE9C4-E9F8-4901-8326-E8D78F4B7633}" srcOrd="0" destOrd="0" presId="urn:microsoft.com/office/officeart/2018/2/layout/IconVerticalSolidList"/>
    <dgm:cxn modelId="{7A3BBEC6-A692-40B5-AC0C-7A7A0312A1CA}" type="presParOf" srcId="{FEA451DC-16BE-44BD-9DF2-803BA1D35645}" destId="{F430986D-D43B-454E-B667-683F3CCE9600}" srcOrd="1" destOrd="0" presId="urn:microsoft.com/office/officeart/2018/2/layout/IconVerticalSolidList"/>
    <dgm:cxn modelId="{A09F0D7E-0B8B-4DE8-A12D-40E6313EF98B}" type="presParOf" srcId="{FEA451DC-16BE-44BD-9DF2-803BA1D35645}" destId="{4D8640A8-8451-470B-9211-9DC4B64BA1E2}" srcOrd="2" destOrd="0" presId="urn:microsoft.com/office/officeart/2018/2/layout/IconVerticalSolidList"/>
    <dgm:cxn modelId="{57EE15D1-15BA-45D7-A807-BF310CD95051}" type="presParOf" srcId="{FEA451DC-16BE-44BD-9DF2-803BA1D35645}" destId="{2C53F75E-EBE4-482B-90A9-C1B89357947F}" srcOrd="3" destOrd="0" presId="urn:microsoft.com/office/officeart/2018/2/layout/IconVerticalSolidList"/>
    <dgm:cxn modelId="{0A5A27CD-AC72-4C71-A3D7-6E04BCF07AA5}" type="presParOf" srcId="{41CAC03E-4296-4E36-AE0F-7767F2669D44}" destId="{480CCEA1-083F-4A80-AA3F-7213A1CAD076}" srcOrd="5" destOrd="0" presId="urn:microsoft.com/office/officeart/2018/2/layout/IconVerticalSolidList"/>
    <dgm:cxn modelId="{9AEE7A89-E4DE-4E1E-B43C-077F4D7BBD2E}" type="presParOf" srcId="{41CAC03E-4296-4E36-AE0F-7767F2669D44}" destId="{CD106E51-D5E3-495E-98A6-52191258BAB8}" srcOrd="6" destOrd="0" presId="urn:microsoft.com/office/officeart/2018/2/layout/IconVerticalSolidList"/>
    <dgm:cxn modelId="{F6813FEF-4D64-4A27-8DB5-B9F4886E4AC9}" type="presParOf" srcId="{CD106E51-D5E3-495E-98A6-52191258BAB8}" destId="{3236E325-A0E5-4978-9E60-DAB4226BF90A}" srcOrd="0" destOrd="0" presId="urn:microsoft.com/office/officeart/2018/2/layout/IconVerticalSolidList"/>
    <dgm:cxn modelId="{D5460604-1858-4FDF-863C-C66E8669A711}" type="presParOf" srcId="{CD106E51-D5E3-495E-98A6-52191258BAB8}" destId="{BFCC75C3-F9EB-4BC4-905B-2775A569D39A}" srcOrd="1" destOrd="0" presId="urn:microsoft.com/office/officeart/2018/2/layout/IconVerticalSolidList"/>
    <dgm:cxn modelId="{99143F9C-94AA-43E6-8ED6-1BC753CA4965}" type="presParOf" srcId="{CD106E51-D5E3-495E-98A6-52191258BAB8}" destId="{4E88C2FB-DFFE-4C13-9DD8-5A95CEBA052F}" srcOrd="2" destOrd="0" presId="urn:microsoft.com/office/officeart/2018/2/layout/IconVerticalSolidList"/>
    <dgm:cxn modelId="{AA22980C-1C9E-4A87-8BCF-E93A948DBCF9}" type="presParOf" srcId="{CD106E51-D5E3-495E-98A6-52191258BAB8}" destId="{22DB15E3-00B2-4AFA-879A-CD727A64D60B}" srcOrd="3" destOrd="0" presId="urn:microsoft.com/office/officeart/2018/2/layout/IconVerticalSolidList"/>
    <dgm:cxn modelId="{1FA4C1B5-2B7B-4269-9359-AF506007AE90}" type="presParOf" srcId="{41CAC03E-4296-4E36-AE0F-7767F2669D44}" destId="{6633D919-54FE-4324-AB33-A4A50D5CEF5C}" srcOrd="7" destOrd="0" presId="urn:microsoft.com/office/officeart/2018/2/layout/IconVerticalSolidList"/>
    <dgm:cxn modelId="{186896CB-F6AC-4333-86C6-F089BD4C4DA0}" type="presParOf" srcId="{41CAC03E-4296-4E36-AE0F-7767F2669D44}" destId="{A5B4CF74-5AF4-4F87-8B00-3DB441D46D09}" srcOrd="8" destOrd="0" presId="urn:microsoft.com/office/officeart/2018/2/layout/IconVerticalSolidList"/>
    <dgm:cxn modelId="{BF86D937-F108-46E9-8003-47703FBEA554}" type="presParOf" srcId="{A5B4CF74-5AF4-4F87-8B00-3DB441D46D09}" destId="{D6DE9810-0435-45C0-AA0F-F8CED73098F1}" srcOrd="0" destOrd="0" presId="urn:microsoft.com/office/officeart/2018/2/layout/IconVerticalSolidList"/>
    <dgm:cxn modelId="{14896C5E-EB53-4BFA-934C-8AB9C00608CD}" type="presParOf" srcId="{A5B4CF74-5AF4-4F87-8B00-3DB441D46D09}" destId="{AFA05423-7EC5-4CE1-ACDD-7CAA80AD8251}" srcOrd="1" destOrd="0" presId="urn:microsoft.com/office/officeart/2018/2/layout/IconVerticalSolidList"/>
    <dgm:cxn modelId="{E1D54A3D-2FDC-4E94-9035-3634D8742AA9}" type="presParOf" srcId="{A5B4CF74-5AF4-4F87-8B00-3DB441D46D09}" destId="{641AC089-65AD-4A86-B007-EBD5D82C23A4}" srcOrd="2" destOrd="0" presId="urn:microsoft.com/office/officeart/2018/2/layout/IconVerticalSolidList"/>
    <dgm:cxn modelId="{3E5C0181-1C25-4023-A8FF-F6E6AC93BB1B}" type="presParOf" srcId="{A5B4CF74-5AF4-4F87-8B00-3DB441D46D09}" destId="{AA8B43AB-2745-4654-B80F-0AA0F73A3E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201E1F5-D39B-4F57-97AD-7B330ADFF46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17E7F72-43FB-423F-8621-397FA276E20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🧠 </a:t>
          </a:r>
          <a:r>
            <a:rPr lang="en-GB" b="1"/>
            <a:t>Cognitive Behavioural Therapy (CBT)</a:t>
          </a:r>
          <a:br>
            <a:rPr lang="en-GB" b="1"/>
          </a:br>
          <a:r>
            <a:rPr lang="en-GB"/>
            <a:t> Helps reframe negative thought patterns and reduce fear of imperfection</a:t>
          </a:r>
          <a:endParaRPr lang="en-US"/>
        </a:p>
      </dgm:t>
    </dgm:pt>
    <dgm:pt modelId="{587CFEE1-3067-49F1-BFE9-ABBBCECAF79F}" type="parTrans" cxnId="{F4EDBB7B-4902-4A8F-820F-10ADB4B34C91}">
      <dgm:prSet/>
      <dgm:spPr/>
      <dgm:t>
        <a:bodyPr/>
        <a:lstStyle/>
        <a:p>
          <a:endParaRPr lang="en-US"/>
        </a:p>
      </dgm:t>
    </dgm:pt>
    <dgm:pt modelId="{ACFC2B51-6F10-4DF4-AD8F-CDFFFB3E3063}" type="sibTrans" cxnId="{F4EDBB7B-4902-4A8F-820F-10ADB4B34C9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294F632-D9C8-49B9-B754-468CE822477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💬 </a:t>
          </a:r>
          <a:r>
            <a:rPr lang="en-GB" b="1"/>
            <a:t>Counselling</a:t>
          </a:r>
          <a:br>
            <a:rPr lang="en-GB" b="1"/>
          </a:br>
          <a:r>
            <a:rPr lang="en-GB" b="1"/>
            <a:t> </a:t>
          </a:r>
          <a:r>
            <a:rPr lang="en-GB"/>
            <a:t>Provides a safe space to explore fears and develop coping strategies</a:t>
          </a:r>
          <a:endParaRPr lang="en-US"/>
        </a:p>
      </dgm:t>
    </dgm:pt>
    <dgm:pt modelId="{EECC5E2A-2FA5-4D0F-8EB5-3CEA0FAB50D2}" type="parTrans" cxnId="{7B018F24-AA13-4761-B05E-8503C24F003D}">
      <dgm:prSet/>
      <dgm:spPr/>
      <dgm:t>
        <a:bodyPr/>
        <a:lstStyle/>
        <a:p>
          <a:endParaRPr lang="en-US"/>
        </a:p>
      </dgm:t>
    </dgm:pt>
    <dgm:pt modelId="{35370367-E6C0-499E-AF1E-6158A3EB2800}" type="sibTrans" cxnId="{7B018F24-AA13-4761-B05E-8503C24F003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67F6F7D-D1D8-43ED-ABAA-12B780982FE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👥 </a:t>
          </a:r>
          <a:r>
            <a:rPr lang="en-GB" b="1"/>
            <a:t>Support Groups</a:t>
          </a:r>
          <a:br>
            <a:rPr lang="en-GB" b="1"/>
          </a:br>
          <a:r>
            <a:rPr lang="en-GB"/>
            <a:t> Connect with others facing similar struggles for encouragement and shared solutions</a:t>
          </a:r>
          <a:endParaRPr lang="en-US"/>
        </a:p>
      </dgm:t>
    </dgm:pt>
    <dgm:pt modelId="{CD64A7FF-EAFB-4F82-99EE-802552DAE9D8}" type="parTrans" cxnId="{D31C538A-BE97-49BC-B6D3-3E303E06F8E2}">
      <dgm:prSet/>
      <dgm:spPr/>
      <dgm:t>
        <a:bodyPr/>
        <a:lstStyle/>
        <a:p>
          <a:endParaRPr lang="en-US"/>
        </a:p>
      </dgm:t>
    </dgm:pt>
    <dgm:pt modelId="{CD652F30-8657-485D-A5F9-D109CF235E29}" type="sibTrans" cxnId="{D31C538A-BE97-49BC-B6D3-3E303E06F8E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49E9E4C-C86E-475E-A76A-BF8388C0D8D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🏥 </a:t>
          </a:r>
          <a:r>
            <a:rPr lang="en-GB" b="1"/>
            <a:t>Medication (if prescribed)</a:t>
          </a:r>
          <a:br>
            <a:rPr lang="en-GB" b="1"/>
          </a:br>
          <a:r>
            <a:rPr lang="en-GB"/>
            <a:t> In some cases, anti-anxiety or antidepressant medication can help manage symptoms</a:t>
          </a:r>
          <a:endParaRPr lang="en-US"/>
        </a:p>
      </dgm:t>
    </dgm:pt>
    <dgm:pt modelId="{79210F1A-6180-49E6-A55D-22E7362F84FE}" type="parTrans" cxnId="{4FE8284D-2223-4512-B0BC-0C832C11AECC}">
      <dgm:prSet/>
      <dgm:spPr/>
      <dgm:t>
        <a:bodyPr/>
        <a:lstStyle/>
        <a:p>
          <a:endParaRPr lang="en-US"/>
        </a:p>
      </dgm:t>
    </dgm:pt>
    <dgm:pt modelId="{39475CF4-3EA8-4EFE-A3D6-7E15A674A0C1}" type="sibTrans" cxnId="{4FE8284D-2223-4512-B0BC-0C832C11AECC}">
      <dgm:prSet/>
      <dgm:spPr/>
      <dgm:t>
        <a:bodyPr/>
        <a:lstStyle/>
        <a:p>
          <a:endParaRPr lang="en-US"/>
        </a:p>
      </dgm:t>
    </dgm:pt>
    <dgm:pt modelId="{B61359E8-438B-49D7-957C-526C8B8672EC}" type="pres">
      <dgm:prSet presAssocID="{E201E1F5-D39B-4F57-97AD-7B330ADFF464}" presName="root" presStyleCnt="0">
        <dgm:presLayoutVars>
          <dgm:dir/>
          <dgm:resizeHandles val="exact"/>
        </dgm:presLayoutVars>
      </dgm:prSet>
      <dgm:spPr/>
    </dgm:pt>
    <dgm:pt modelId="{E56E1727-13A9-4AC9-A363-8F0081C33518}" type="pres">
      <dgm:prSet presAssocID="{E201E1F5-D39B-4F57-97AD-7B330ADFF464}" presName="container" presStyleCnt="0">
        <dgm:presLayoutVars>
          <dgm:dir/>
          <dgm:resizeHandles val="exact"/>
        </dgm:presLayoutVars>
      </dgm:prSet>
      <dgm:spPr/>
    </dgm:pt>
    <dgm:pt modelId="{FF82DA73-3CFA-4065-A031-2AB4057376DB}" type="pres">
      <dgm:prSet presAssocID="{F17E7F72-43FB-423F-8621-397FA276E20A}" presName="compNode" presStyleCnt="0"/>
      <dgm:spPr/>
    </dgm:pt>
    <dgm:pt modelId="{1C1D51A1-C243-4572-83FC-31269FFDF8E1}" type="pres">
      <dgm:prSet presAssocID="{F17E7F72-43FB-423F-8621-397FA276E20A}" presName="iconBgRect" presStyleLbl="bgShp" presStyleIdx="0" presStyleCnt="4"/>
      <dgm:spPr/>
    </dgm:pt>
    <dgm:pt modelId="{476A28C5-DD0C-4D06-9D09-B503CC2FF777}" type="pres">
      <dgm:prSet presAssocID="{F17E7F72-43FB-423F-8621-397FA276E20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DA66F7B9-F7FA-4E6E-AC6B-5A7B0807160A}" type="pres">
      <dgm:prSet presAssocID="{F17E7F72-43FB-423F-8621-397FA276E20A}" presName="spaceRect" presStyleCnt="0"/>
      <dgm:spPr/>
    </dgm:pt>
    <dgm:pt modelId="{9E192E95-7D9F-4F86-B029-E2AB56948002}" type="pres">
      <dgm:prSet presAssocID="{F17E7F72-43FB-423F-8621-397FA276E20A}" presName="textRect" presStyleLbl="revTx" presStyleIdx="0" presStyleCnt="4">
        <dgm:presLayoutVars>
          <dgm:chMax val="1"/>
          <dgm:chPref val="1"/>
        </dgm:presLayoutVars>
      </dgm:prSet>
      <dgm:spPr/>
    </dgm:pt>
    <dgm:pt modelId="{18771870-BB32-4E82-8CAF-E3DBA03701CB}" type="pres">
      <dgm:prSet presAssocID="{ACFC2B51-6F10-4DF4-AD8F-CDFFFB3E3063}" presName="sibTrans" presStyleLbl="sibTrans2D1" presStyleIdx="0" presStyleCnt="0"/>
      <dgm:spPr/>
    </dgm:pt>
    <dgm:pt modelId="{0497182D-0D69-42D1-8876-CE6F288EF389}" type="pres">
      <dgm:prSet presAssocID="{7294F632-D9C8-49B9-B754-468CE822477B}" presName="compNode" presStyleCnt="0"/>
      <dgm:spPr/>
    </dgm:pt>
    <dgm:pt modelId="{E3CCD37B-9E7F-40FD-8B04-B48DE8867CC4}" type="pres">
      <dgm:prSet presAssocID="{7294F632-D9C8-49B9-B754-468CE822477B}" presName="iconBgRect" presStyleLbl="bgShp" presStyleIdx="1" presStyleCnt="4"/>
      <dgm:spPr/>
    </dgm:pt>
    <dgm:pt modelId="{C7C0A6D3-0B0A-4038-A59A-855A5495B86A}" type="pres">
      <dgm:prSet presAssocID="{7294F632-D9C8-49B9-B754-468CE822477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46FE366-05E2-4722-9C63-5C50F4B9519C}" type="pres">
      <dgm:prSet presAssocID="{7294F632-D9C8-49B9-B754-468CE822477B}" presName="spaceRect" presStyleCnt="0"/>
      <dgm:spPr/>
    </dgm:pt>
    <dgm:pt modelId="{31E91989-E979-42E2-9FA6-E99079F9CDFC}" type="pres">
      <dgm:prSet presAssocID="{7294F632-D9C8-49B9-B754-468CE822477B}" presName="textRect" presStyleLbl="revTx" presStyleIdx="1" presStyleCnt="4">
        <dgm:presLayoutVars>
          <dgm:chMax val="1"/>
          <dgm:chPref val="1"/>
        </dgm:presLayoutVars>
      </dgm:prSet>
      <dgm:spPr/>
    </dgm:pt>
    <dgm:pt modelId="{D8552008-ED4B-4ECA-987F-907EA06B8FA1}" type="pres">
      <dgm:prSet presAssocID="{35370367-E6C0-499E-AF1E-6158A3EB2800}" presName="sibTrans" presStyleLbl="sibTrans2D1" presStyleIdx="0" presStyleCnt="0"/>
      <dgm:spPr/>
    </dgm:pt>
    <dgm:pt modelId="{E90B9503-33F6-4007-B972-77A9F5F297DD}" type="pres">
      <dgm:prSet presAssocID="{867F6F7D-D1D8-43ED-ABAA-12B780982FE6}" presName="compNode" presStyleCnt="0"/>
      <dgm:spPr/>
    </dgm:pt>
    <dgm:pt modelId="{7F4470D2-277D-481E-9696-2BAB42A459E5}" type="pres">
      <dgm:prSet presAssocID="{867F6F7D-D1D8-43ED-ABAA-12B780982FE6}" presName="iconBgRect" presStyleLbl="bgShp" presStyleIdx="2" presStyleCnt="4"/>
      <dgm:spPr/>
    </dgm:pt>
    <dgm:pt modelId="{C90D5A13-C12B-45F7-8AC7-CD2E64FF0B38}" type="pres">
      <dgm:prSet presAssocID="{867F6F7D-D1D8-43ED-ABAA-12B780982FE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0D14E6D-BFC8-4E80-BF09-A54DEFDCD762}" type="pres">
      <dgm:prSet presAssocID="{867F6F7D-D1D8-43ED-ABAA-12B780982FE6}" presName="spaceRect" presStyleCnt="0"/>
      <dgm:spPr/>
    </dgm:pt>
    <dgm:pt modelId="{9E654F16-9449-45A6-B308-819FFA08FA5A}" type="pres">
      <dgm:prSet presAssocID="{867F6F7D-D1D8-43ED-ABAA-12B780982FE6}" presName="textRect" presStyleLbl="revTx" presStyleIdx="2" presStyleCnt="4">
        <dgm:presLayoutVars>
          <dgm:chMax val="1"/>
          <dgm:chPref val="1"/>
        </dgm:presLayoutVars>
      </dgm:prSet>
      <dgm:spPr/>
    </dgm:pt>
    <dgm:pt modelId="{17B71630-E913-40EF-AFCD-BD94C4A11DB3}" type="pres">
      <dgm:prSet presAssocID="{CD652F30-8657-485D-A5F9-D109CF235E29}" presName="sibTrans" presStyleLbl="sibTrans2D1" presStyleIdx="0" presStyleCnt="0"/>
      <dgm:spPr/>
    </dgm:pt>
    <dgm:pt modelId="{01710C71-2F5F-438A-BDC8-0E46EE2CC39C}" type="pres">
      <dgm:prSet presAssocID="{B49E9E4C-C86E-475E-A76A-BF8388C0D8D5}" presName="compNode" presStyleCnt="0"/>
      <dgm:spPr/>
    </dgm:pt>
    <dgm:pt modelId="{D0E93891-C510-4F31-B882-863BD2B3BF77}" type="pres">
      <dgm:prSet presAssocID="{B49E9E4C-C86E-475E-A76A-BF8388C0D8D5}" presName="iconBgRect" presStyleLbl="bgShp" presStyleIdx="3" presStyleCnt="4"/>
      <dgm:spPr/>
    </dgm:pt>
    <dgm:pt modelId="{A0DF130A-ECAF-433E-A324-62485C8B1F6B}" type="pres">
      <dgm:prSet presAssocID="{B49E9E4C-C86E-475E-A76A-BF8388C0D8D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FF7F4598-8785-4057-858A-65828AED0D52}" type="pres">
      <dgm:prSet presAssocID="{B49E9E4C-C86E-475E-A76A-BF8388C0D8D5}" presName="spaceRect" presStyleCnt="0"/>
      <dgm:spPr/>
    </dgm:pt>
    <dgm:pt modelId="{345ED489-7069-4ACE-A261-4728C05EC163}" type="pres">
      <dgm:prSet presAssocID="{B49E9E4C-C86E-475E-A76A-BF8388C0D8D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913B811-355B-45C3-8FA2-F4E1E05A8617}" type="presOf" srcId="{CD652F30-8657-485D-A5F9-D109CF235E29}" destId="{17B71630-E913-40EF-AFCD-BD94C4A11DB3}" srcOrd="0" destOrd="0" presId="urn:microsoft.com/office/officeart/2018/2/layout/IconCircleList"/>
    <dgm:cxn modelId="{7B018F24-AA13-4761-B05E-8503C24F003D}" srcId="{E201E1F5-D39B-4F57-97AD-7B330ADFF464}" destId="{7294F632-D9C8-49B9-B754-468CE822477B}" srcOrd="1" destOrd="0" parTransId="{EECC5E2A-2FA5-4D0F-8EB5-3CEA0FAB50D2}" sibTransId="{35370367-E6C0-499E-AF1E-6158A3EB2800}"/>
    <dgm:cxn modelId="{268D0930-9684-437C-A460-61B5A63480EF}" type="presOf" srcId="{B49E9E4C-C86E-475E-A76A-BF8388C0D8D5}" destId="{345ED489-7069-4ACE-A261-4728C05EC163}" srcOrd="0" destOrd="0" presId="urn:microsoft.com/office/officeart/2018/2/layout/IconCircleList"/>
    <dgm:cxn modelId="{BB588E3E-B9B7-4E5B-B93E-043347DE170B}" type="presOf" srcId="{F17E7F72-43FB-423F-8621-397FA276E20A}" destId="{9E192E95-7D9F-4F86-B029-E2AB56948002}" srcOrd="0" destOrd="0" presId="urn:microsoft.com/office/officeart/2018/2/layout/IconCircleList"/>
    <dgm:cxn modelId="{56811663-44F8-4D89-8071-27D11BE2DB7F}" type="presOf" srcId="{867F6F7D-D1D8-43ED-ABAA-12B780982FE6}" destId="{9E654F16-9449-45A6-B308-819FFA08FA5A}" srcOrd="0" destOrd="0" presId="urn:microsoft.com/office/officeart/2018/2/layout/IconCircleList"/>
    <dgm:cxn modelId="{4FE8284D-2223-4512-B0BC-0C832C11AECC}" srcId="{E201E1F5-D39B-4F57-97AD-7B330ADFF464}" destId="{B49E9E4C-C86E-475E-A76A-BF8388C0D8D5}" srcOrd="3" destOrd="0" parTransId="{79210F1A-6180-49E6-A55D-22E7362F84FE}" sibTransId="{39475CF4-3EA8-4EFE-A3D6-7E15A674A0C1}"/>
    <dgm:cxn modelId="{F4EDBB7B-4902-4A8F-820F-10ADB4B34C91}" srcId="{E201E1F5-D39B-4F57-97AD-7B330ADFF464}" destId="{F17E7F72-43FB-423F-8621-397FA276E20A}" srcOrd="0" destOrd="0" parTransId="{587CFEE1-3067-49F1-BFE9-ABBBCECAF79F}" sibTransId="{ACFC2B51-6F10-4DF4-AD8F-CDFFFB3E3063}"/>
    <dgm:cxn modelId="{D31C538A-BE97-49BC-B6D3-3E303E06F8E2}" srcId="{E201E1F5-D39B-4F57-97AD-7B330ADFF464}" destId="{867F6F7D-D1D8-43ED-ABAA-12B780982FE6}" srcOrd="2" destOrd="0" parTransId="{CD64A7FF-EAFB-4F82-99EE-802552DAE9D8}" sibTransId="{CD652F30-8657-485D-A5F9-D109CF235E29}"/>
    <dgm:cxn modelId="{E75B82A0-F89F-4884-A0FD-F721BB74FD48}" type="presOf" srcId="{35370367-E6C0-499E-AF1E-6158A3EB2800}" destId="{D8552008-ED4B-4ECA-987F-907EA06B8FA1}" srcOrd="0" destOrd="0" presId="urn:microsoft.com/office/officeart/2018/2/layout/IconCircleList"/>
    <dgm:cxn modelId="{445C00BD-D1E2-4C96-BA64-C03039231764}" type="presOf" srcId="{E201E1F5-D39B-4F57-97AD-7B330ADFF464}" destId="{B61359E8-438B-49D7-957C-526C8B8672EC}" srcOrd="0" destOrd="0" presId="urn:microsoft.com/office/officeart/2018/2/layout/IconCircleList"/>
    <dgm:cxn modelId="{04BBE9DC-9AF7-4583-84A5-8FF62296AE5D}" type="presOf" srcId="{ACFC2B51-6F10-4DF4-AD8F-CDFFFB3E3063}" destId="{18771870-BB32-4E82-8CAF-E3DBA03701CB}" srcOrd="0" destOrd="0" presId="urn:microsoft.com/office/officeart/2018/2/layout/IconCircleList"/>
    <dgm:cxn modelId="{20D475EE-879E-40CA-AB5C-7813922025AE}" type="presOf" srcId="{7294F632-D9C8-49B9-B754-468CE822477B}" destId="{31E91989-E979-42E2-9FA6-E99079F9CDFC}" srcOrd="0" destOrd="0" presId="urn:microsoft.com/office/officeart/2018/2/layout/IconCircleList"/>
    <dgm:cxn modelId="{849FD735-8F36-424F-8713-661AA84CEE71}" type="presParOf" srcId="{B61359E8-438B-49D7-957C-526C8B8672EC}" destId="{E56E1727-13A9-4AC9-A363-8F0081C33518}" srcOrd="0" destOrd="0" presId="urn:microsoft.com/office/officeart/2018/2/layout/IconCircleList"/>
    <dgm:cxn modelId="{A7F4D369-28F9-4372-A2A5-6CA1C9E80456}" type="presParOf" srcId="{E56E1727-13A9-4AC9-A363-8F0081C33518}" destId="{FF82DA73-3CFA-4065-A031-2AB4057376DB}" srcOrd="0" destOrd="0" presId="urn:microsoft.com/office/officeart/2018/2/layout/IconCircleList"/>
    <dgm:cxn modelId="{366A44ED-1E47-4303-877D-941EEE2CD74E}" type="presParOf" srcId="{FF82DA73-3CFA-4065-A031-2AB4057376DB}" destId="{1C1D51A1-C243-4572-83FC-31269FFDF8E1}" srcOrd="0" destOrd="0" presId="urn:microsoft.com/office/officeart/2018/2/layout/IconCircleList"/>
    <dgm:cxn modelId="{2DF0DC9F-C45E-4855-B71B-15400DE45DFF}" type="presParOf" srcId="{FF82DA73-3CFA-4065-A031-2AB4057376DB}" destId="{476A28C5-DD0C-4D06-9D09-B503CC2FF777}" srcOrd="1" destOrd="0" presId="urn:microsoft.com/office/officeart/2018/2/layout/IconCircleList"/>
    <dgm:cxn modelId="{0473A72B-89E5-4A41-A733-A7834E58B587}" type="presParOf" srcId="{FF82DA73-3CFA-4065-A031-2AB4057376DB}" destId="{DA66F7B9-F7FA-4E6E-AC6B-5A7B0807160A}" srcOrd="2" destOrd="0" presId="urn:microsoft.com/office/officeart/2018/2/layout/IconCircleList"/>
    <dgm:cxn modelId="{5C5D8C72-1A44-46BE-AAA3-8B023807A08F}" type="presParOf" srcId="{FF82DA73-3CFA-4065-A031-2AB4057376DB}" destId="{9E192E95-7D9F-4F86-B029-E2AB56948002}" srcOrd="3" destOrd="0" presId="urn:microsoft.com/office/officeart/2018/2/layout/IconCircleList"/>
    <dgm:cxn modelId="{71C3FEE5-4C5B-4973-A4FD-CD4D255A8EBC}" type="presParOf" srcId="{E56E1727-13A9-4AC9-A363-8F0081C33518}" destId="{18771870-BB32-4E82-8CAF-E3DBA03701CB}" srcOrd="1" destOrd="0" presId="urn:microsoft.com/office/officeart/2018/2/layout/IconCircleList"/>
    <dgm:cxn modelId="{9F6F514E-489E-42F3-B739-8CBBE811FA80}" type="presParOf" srcId="{E56E1727-13A9-4AC9-A363-8F0081C33518}" destId="{0497182D-0D69-42D1-8876-CE6F288EF389}" srcOrd="2" destOrd="0" presId="urn:microsoft.com/office/officeart/2018/2/layout/IconCircleList"/>
    <dgm:cxn modelId="{FBDEBAF8-3948-4900-BB3B-F44157B214F7}" type="presParOf" srcId="{0497182D-0D69-42D1-8876-CE6F288EF389}" destId="{E3CCD37B-9E7F-40FD-8B04-B48DE8867CC4}" srcOrd="0" destOrd="0" presId="urn:microsoft.com/office/officeart/2018/2/layout/IconCircleList"/>
    <dgm:cxn modelId="{F5C560F4-23B5-4104-A19C-97B06AD5387F}" type="presParOf" srcId="{0497182D-0D69-42D1-8876-CE6F288EF389}" destId="{C7C0A6D3-0B0A-4038-A59A-855A5495B86A}" srcOrd="1" destOrd="0" presId="urn:microsoft.com/office/officeart/2018/2/layout/IconCircleList"/>
    <dgm:cxn modelId="{8370E9DD-0FF4-4C94-8796-FF12F5309FF5}" type="presParOf" srcId="{0497182D-0D69-42D1-8876-CE6F288EF389}" destId="{C46FE366-05E2-4722-9C63-5C50F4B9519C}" srcOrd="2" destOrd="0" presId="urn:microsoft.com/office/officeart/2018/2/layout/IconCircleList"/>
    <dgm:cxn modelId="{0D6367E4-D9D7-4E25-89B4-FC31F245C13A}" type="presParOf" srcId="{0497182D-0D69-42D1-8876-CE6F288EF389}" destId="{31E91989-E979-42E2-9FA6-E99079F9CDFC}" srcOrd="3" destOrd="0" presId="urn:microsoft.com/office/officeart/2018/2/layout/IconCircleList"/>
    <dgm:cxn modelId="{E6317DFC-20D5-4EA2-99C4-299974F98B5C}" type="presParOf" srcId="{E56E1727-13A9-4AC9-A363-8F0081C33518}" destId="{D8552008-ED4B-4ECA-987F-907EA06B8FA1}" srcOrd="3" destOrd="0" presId="urn:microsoft.com/office/officeart/2018/2/layout/IconCircleList"/>
    <dgm:cxn modelId="{E5F9B343-F4CE-4B31-B6F4-EA73FEFA7E25}" type="presParOf" srcId="{E56E1727-13A9-4AC9-A363-8F0081C33518}" destId="{E90B9503-33F6-4007-B972-77A9F5F297DD}" srcOrd="4" destOrd="0" presId="urn:microsoft.com/office/officeart/2018/2/layout/IconCircleList"/>
    <dgm:cxn modelId="{3FDAE260-FA0B-401B-8DC1-FE1FA24C2496}" type="presParOf" srcId="{E90B9503-33F6-4007-B972-77A9F5F297DD}" destId="{7F4470D2-277D-481E-9696-2BAB42A459E5}" srcOrd="0" destOrd="0" presId="urn:microsoft.com/office/officeart/2018/2/layout/IconCircleList"/>
    <dgm:cxn modelId="{366C5254-30DD-4FE1-B89C-14029C717B6D}" type="presParOf" srcId="{E90B9503-33F6-4007-B972-77A9F5F297DD}" destId="{C90D5A13-C12B-45F7-8AC7-CD2E64FF0B38}" srcOrd="1" destOrd="0" presId="urn:microsoft.com/office/officeart/2018/2/layout/IconCircleList"/>
    <dgm:cxn modelId="{41497A73-7FC3-430B-A71F-3C7DE64A5762}" type="presParOf" srcId="{E90B9503-33F6-4007-B972-77A9F5F297DD}" destId="{80D14E6D-BFC8-4E80-BF09-A54DEFDCD762}" srcOrd="2" destOrd="0" presId="urn:microsoft.com/office/officeart/2018/2/layout/IconCircleList"/>
    <dgm:cxn modelId="{F935F4EF-5E90-4314-9334-DFF527FC339C}" type="presParOf" srcId="{E90B9503-33F6-4007-B972-77A9F5F297DD}" destId="{9E654F16-9449-45A6-B308-819FFA08FA5A}" srcOrd="3" destOrd="0" presId="urn:microsoft.com/office/officeart/2018/2/layout/IconCircleList"/>
    <dgm:cxn modelId="{60F9FD2F-81BA-419B-B027-3ED4255869DD}" type="presParOf" srcId="{E56E1727-13A9-4AC9-A363-8F0081C33518}" destId="{17B71630-E913-40EF-AFCD-BD94C4A11DB3}" srcOrd="5" destOrd="0" presId="urn:microsoft.com/office/officeart/2018/2/layout/IconCircleList"/>
    <dgm:cxn modelId="{EF4989CD-39C9-436D-8B1F-184A84C5F0E2}" type="presParOf" srcId="{E56E1727-13A9-4AC9-A363-8F0081C33518}" destId="{01710C71-2F5F-438A-BDC8-0E46EE2CC39C}" srcOrd="6" destOrd="0" presId="urn:microsoft.com/office/officeart/2018/2/layout/IconCircleList"/>
    <dgm:cxn modelId="{29AD1101-ED77-4003-96D2-0794FD05D99D}" type="presParOf" srcId="{01710C71-2F5F-438A-BDC8-0E46EE2CC39C}" destId="{D0E93891-C510-4F31-B882-863BD2B3BF77}" srcOrd="0" destOrd="0" presId="urn:microsoft.com/office/officeart/2018/2/layout/IconCircleList"/>
    <dgm:cxn modelId="{28C4051F-D8E7-4F1A-9355-FB7106578CB8}" type="presParOf" srcId="{01710C71-2F5F-438A-BDC8-0E46EE2CC39C}" destId="{A0DF130A-ECAF-433E-A324-62485C8B1F6B}" srcOrd="1" destOrd="0" presId="urn:microsoft.com/office/officeart/2018/2/layout/IconCircleList"/>
    <dgm:cxn modelId="{6E306994-4F28-45FF-8F09-8870FE0CF79B}" type="presParOf" srcId="{01710C71-2F5F-438A-BDC8-0E46EE2CC39C}" destId="{FF7F4598-8785-4057-858A-65828AED0D52}" srcOrd="2" destOrd="0" presId="urn:microsoft.com/office/officeart/2018/2/layout/IconCircleList"/>
    <dgm:cxn modelId="{80845B47-4323-4186-892A-C0CFD7A90484}" type="presParOf" srcId="{01710C71-2F5F-438A-BDC8-0E46EE2CC39C}" destId="{345ED489-7069-4ACE-A261-4728C05EC16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D33139-6A55-48AD-ABC0-2C7B825EBA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A2012EA-5FCC-437D-B4BC-5D2C3099C268}">
      <dgm:prSet/>
      <dgm:spPr/>
      <dgm:t>
        <a:bodyPr/>
        <a:lstStyle/>
        <a:p>
          <a:r>
            <a:rPr lang="en-GB"/>
            <a:t>🌟 Perfection is an illusion – everyone makes mistakes.</a:t>
          </a:r>
          <a:endParaRPr lang="en-US"/>
        </a:p>
      </dgm:t>
    </dgm:pt>
    <dgm:pt modelId="{D94F48B3-690E-41C9-A598-8C84B62324BA}" type="parTrans" cxnId="{764C3D31-1B80-4AD4-9A27-49ECD7E1CAC6}">
      <dgm:prSet/>
      <dgm:spPr/>
      <dgm:t>
        <a:bodyPr/>
        <a:lstStyle/>
        <a:p>
          <a:endParaRPr lang="en-US"/>
        </a:p>
      </dgm:t>
    </dgm:pt>
    <dgm:pt modelId="{99BD2C48-68DD-40A1-8861-020857D79BFB}" type="sibTrans" cxnId="{764C3D31-1B80-4AD4-9A27-49ECD7E1CAC6}">
      <dgm:prSet/>
      <dgm:spPr/>
      <dgm:t>
        <a:bodyPr/>
        <a:lstStyle/>
        <a:p>
          <a:endParaRPr lang="en-US"/>
        </a:p>
      </dgm:t>
    </dgm:pt>
    <dgm:pt modelId="{BF56AF73-FA19-42EB-A808-FE73A7D4765A}">
      <dgm:prSet/>
      <dgm:spPr/>
      <dgm:t>
        <a:bodyPr/>
        <a:lstStyle/>
        <a:p>
          <a:r>
            <a:rPr lang="en-GB"/>
            <a:t>💡 Atelophobia holds us back by trapping us in fear of judgment and failure.</a:t>
          </a:r>
          <a:endParaRPr lang="en-US"/>
        </a:p>
      </dgm:t>
    </dgm:pt>
    <dgm:pt modelId="{070BEBDB-336A-46FC-9860-08333FEF2F80}" type="parTrans" cxnId="{D3EADC5C-4685-4350-86AC-52DAB87582FD}">
      <dgm:prSet/>
      <dgm:spPr/>
      <dgm:t>
        <a:bodyPr/>
        <a:lstStyle/>
        <a:p>
          <a:endParaRPr lang="en-US"/>
        </a:p>
      </dgm:t>
    </dgm:pt>
    <dgm:pt modelId="{1AC421BD-BB42-4876-A25B-06FB37C0615D}" type="sibTrans" cxnId="{D3EADC5C-4685-4350-86AC-52DAB87582FD}">
      <dgm:prSet/>
      <dgm:spPr/>
      <dgm:t>
        <a:bodyPr/>
        <a:lstStyle/>
        <a:p>
          <a:endParaRPr lang="en-US"/>
        </a:p>
      </dgm:t>
    </dgm:pt>
    <dgm:pt modelId="{EA153FA8-CE77-4208-90DB-4CBE921A927F}">
      <dgm:prSet/>
      <dgm:spPr/>
      <dgm:t>
        <a:bodyPr/>
        <a:lstStyle/>
        <a:p>
          <a:r>
            <a:rPr lang="en-GB"/>
            <a:t>✅ By adopting healthy habits, seeking support, and practicing self-compassion, we can overcome this fear.</a:t>
          </a:r>
          <a:endParaRPr lang="en-US"/>
        </a:p>
      </dgm:t>
    </dgm:pt>
    <dgm:pt modelId="{5D6D9AE3-D99C-44A0-A752-0076CE6C860B}" type="parTrans" cxnId="{2E6D67FF-7EF8-40AB-AB8D-330DFCD3F50B}">
      <dgm:prSet/>
      <dgm:spPr/>
      <dgm:t>
        <a:bodyPr/>
        <a:lstStyle/>
        <a:p>
          <a:endParaRPr lang="en-US"/>
        </a:p>
      </dgm:t>
    </dgm:pt>
    <dgm:pt modelId="{98051944-607B-45F5-B383-568BF16B349C}" type="sibTrans" cxnId="{2E6D67FF-7EF8-40AB-AB8D-330DFCD3F50B}">
      <dgm:prSet/>
      <dgm:spPr/>
      <dgm:t>
        <a:bodyPr/>
        <a:lstStyle/>
        <a:p>
          <a:endParaRPr lang="en-US"/>
        </a:p>
      </dgm:t>
    </dgm:pt>
    <dgm:pt modelId="{157011B2-8B33-4CB3-A37D-4CC7403FD67E}">
      <dgm:prSet/>
      <dgm:spPr/>
      <dgm:t>
        <a:bodyPr/>
        <a:lstStyle/>
        <a:p>
          <a:r>
            <a:rPr lang="en-GB"/>
            <a:t>🚀 Remember:</a:t>
          </a:r>
          <a:br>
            <a:rPr lang="en-GB"/>
          </a:br>
          <a:r>
            <a:rPr lang="en-GB"/>
            <a:t> “Progress &gt; Perfection”</a:t>
          </a:r>
          <a:endParaRPr lang="en-US"/>
        </a:p>
      </dgm:t>
    </dgm:pt>
    <dgm:pt modelId="{DDCD430E-18AE-4D5D-8DF6-73B72AEA550D}" type="parTrans" cxnId="{C6AE1443-9ED6-4251-AA6C-A3C7DD32C799}">
      <dgm:prSet/>
      <dgm:spPr/>
      <dgm:t>
        <a:bodyPr/>
        <a:lstStyle/>
        <a:p>
          <a:endParaRPr lang="en-US"/>
        </a:p>
      </dgm:t>
    </dgm:pt>
    <dgm:pt modelId="{42EA5D28-64E3-4C7E-B2A2-92CE18770ACD}" type="sibTrans" cxnId="{C6AE1443-9ED6-4251-AA6C-A3C7DD32C799}">
      <dgm:prSet/>
      <dgm:spPr/>
      <dgm:t>
        <a:bodyPr/>
        <a:lstStyle/>
        <a:p>
          <a:endParaRPr lang="en-US"/>
        </a:p>
      </dgm:t>
    </dgm:pt>
    <dgm:pt modelId="{05C3D1CD-626F-48A2-A6EB-66A6D5633988}">
      <dgm:prSet/>
      <dgm:spPr/>
      <dgm:t>
        <a:bodyPr/>
        <a:lstStyle/>
        <a:p>
          <a:r>
            <a:rPr lang="en-GB"/>
            <a:t>👉 Embrace imperfection as a natural part of growth and success.</a:t>
          </a:r>
          <a:endParaRPr lang="en-US"/>
        </a:p>
      </dgm:t>
    </dgm:pt>
    <dgm:pt modelId="{F38D3D08-2BB7-4614-BD51-6F6FE8BD6984}" type="parTrans" cxnId="{A0C073D2-75CD-443E-8950-8FDADF055DA7}">
      <dgm:prSet/>
      <dgm:spPr/>
      <dgm:t>
        <a:bodyPr/>
        <a:lstStyle/>
        <a:p>
          <a:endParaRPr lang="en-US"/>
        </a:p>
      </dgm:t>
    </dgm:pt>
    <dgm:pt modelId="{8FBFE8D3-7325-4507-B5CA-67E3ACF06B96}" type="sibTrans" cxnId="{A0C073D2-75CD-443E-8950-8FDADF055DA7}">
      <dgm:prSet/>
      <dgm:spPr/>
      <dgm:t>
        <a:bodyPr/>
        <a:lstStyle/>
        <a:p>
          <a:endParaRPr lang="en-US"/>
        </a:p>
      </dgm:t>
    </dgm:pt>
    <dgm:pt modelId="{84D03A95-FCAF-42C8-9C46-03888D07D6D4}" type="pres">
      <dgm:prSet presAssocID="{5CD33139-6A55-48AD-ABC0-2C7B825EBA2D}" presName="root" presStyleCnt="0">
        <dgm:presLayoutVars>
          <dgm:dir/>
          <dgm:resizeHandles val="exact"/>
        </dgm:presLayoutVars>
      </dgm:prSet>
      <dgm:spPr/>
    </dgm:pt>
    <dgm:pt modelId="{BD3674A5-0C76-4A3C-B4CA-AA66A1564AEA}" type="pres">
      <dgm:prSet presAssocID="{FA2012EA-5FCC-437D-B4BC-5D2C3099C268}" presName="compNode" presStyleCnt="0"/>
      <dgm:spPr/>
    </dgm:pt>
    <dgm:pt modelId="{ECD32872-25C8-4BB7-BBA6-FC2E91AA14E4}" type="pres">
      <dgm:prSet presAssocID="{FA2012EA-5FCC-437D-B4BC-5D2C3099C268}" presName="bgRect" presStyleLbl="bgShp" presStyleIdx="0" presStyleCnt="5"/>
      <dgm:spPr/>
    </dgm:pt>
    <dgm:pt modelId="{E21C8A14-2535-466A-9CAA-C4CE415BE5FD}" type="pres">
      <dgm:prSet presAssocID="{FA2012EA-5FCC-437D-B4BC-5D2C3099C26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vil Face with Solid Fill"/>
        </a:ext>
      </dgm:extLst>
    </dgm:pt>
    <dgm:pt modelId="{176AD5D4-CD7D-49B8-8668-B89698D47852}" type="pres">
      <dgm:prSet presAssocID="{FA2012EA-5FCC-437D-B4BC-5D2C3099C268}" presName="spaceRect" presStyleCnt="0"/>
      <dgm:spPr/>
    </dgm:pt>
    <dgm:pt modelId="{6A275B31-F888-4D3F-AD6C-437EDA8A515A}" type="pres">
      <dgm:prSet presAssocID="{FA2012EA-5FCC-437D-B4BC-5D2C3099C268}" presName="parTx" presStyleLbl="revTx" presStyleIdx="0" presStyleCnt="5">
        <dgm:presLayoutVars>
          <dgm:chMax val="0"/>
          <dgm:chPref val="0"/>
        </dgm:presLayoutVars>
      </dgm:prSet>
      <dgm:spPr/>
    </dgm:pt>
    <dgm:pt modelId="{A7B8897F-0165-416F-A82C-9D6C1EF36286}" type="pres">
      <dgm:prSet presAssocID="{99BD2C48-68DD-40A1-8861-020857D79BFB}" presName="sibTrans" presStyleCnt="0"/>
      <dgm:spPr/>
    </dgm:pt>
    <dgm:pt modelId="{F1E4FF80-6C1B-4DB2-A72D-FF4F750F184F}" type="pres">
      <dgm:prSet presAssocID="{BF56AF73-FA19-42EB-A808-FE73A7D4765A}" presName="compNode" presStyleCnt="0"/>
      <dgm:spPr/>
    </dgm:pt>
    <dgm:pt modelId="{A87DD028-4138-4012-972E-C35B81448681}" type="pres">
      <dgm:prSet presAssocID="{BF56AF73-FA19-42EB-A808-FE73A7D4765A}" presName="bgRect" presStyleLbl="bgShp" presStyleIdx="1" presStyleCnt="5"/>
      <dgm:spPr/>
    </dgm:pt>
    <dgm:pt modelId="{B22C6E79-5AC6-4227-9ECE-5CBD9A5014F2}" type="pres">
      <dgm:prSet presAssocID="{BF56AF73-FA19-42EB-A808-FE73A7D4765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ull"/>
        </a:ext>
      </dgm:extLst>
    </dgm:pt>
    <dgm:pt modelId="{5EC583FD-94CB-4F87-99CB-D6A0E6612EA6}" type="pres">
      <dgm:prSet presAssocID="{BF56AF73-FA19-42EB-A808-FE73A7D4765A}" presName="spaceRect" presStyleCnt="0"/>
      <dgm:spPr/>
    </dgm:pt>
    <dgm:pt modelId="{87F6AF73-F584-4F8F-B977-E12F900F5210}" type="pres">
      <dgm:prSet presAssocID="{BF56AF73-FA19-42EB-A808-FE73A7D4765A}" presName="parTx" presStyleLbl="revTx" presStyleIdx="1" presStyleCnt="5">
        <dgm:presLayoutVars>
          <dgm:chMax val="0"/>
          <dgm:chPref val="0"/>
        </dgm:presLayoutVars>
      </dgm:prSet>
      <dgm:spPr/>
    </dgm:pt>
    <dgm:pt modelId="{174A860A-96FF-4ABB-9F04-44E57449C058}" type="pres">
      <dgm:prSet presAssocID="{1AC421BD-BB42-4876-A25B-06FB37C0615D}" presName="sibTrans" presStyleCnt="0"/>
      <dgm:spPr/>
    </dgm:pt>
    <dgm:pt modelId="{864B2E23-DBDC-421E-8194-C95F6F0B2ABA}" type="pres">
      <dgm:prSet presAssocID="{EA153FA8-CE77-4208-90DB-4CBE921A927F}" presName="compNode" presStyleCnt="0"/>
      <dgm:spPr/>
    </dgm:pt>
    <dgm:pt modelId="{4B0B0948-C9C2-45B6-BAEF-B5E7C8050FA0}" type="pres">
      <dgm:prSet presAssocID="{EA153FA8-CE77-4208-90DB-4CBE921A927F}" presName="bgRect" presStyleLbl="bgShp" presStyleIdx="2" presStyleCnt="5"/>
      <dgm:spPr/>
    </dgm:pt>
    <dgm:pt modelId="{ECB47EC1-190B-45AC-A664-055FD8982B25}" type="pres">
      <dgm:prSet presAssocID="{EA153FA8-CE77-4208-90DB-4CBE921A927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B825902D-5461-4DFC-A22B-B71B9E78F16B}" type="pres">
      <dgm:prSet presAssocID="{EA153FA8-CE77-4208-90DB-4CBE921A927F}" presName="spaceRect" presStyleCnt="0"/>
      <dgm:spPr/>
    </dgm:pt>
    <dgm:pt modelId="{B4DA2722-0C33-422A-A04E-2F88DD76A69A}" type="pres">
      <dgm:prSet presAssocID="{EA153FA8-CE77-4208-90DB-4CBE921A927F}" presName="parTx" presStyleLbl="revTx" presStyleIdx="2" presStyleCnt="5">
        <dgm:presLayoutVars>
          <dgm:chMax val="0"/>
          <dgm:chPref val="0"/>
        </dgm:presLayoutVars>
      </dgm:prSet>
      <dgm:spPr/>
    </dgm:pt>
    <dgm:pt modelId="{25EB9951-297A-44FF-98D2-0DAE55E0DF27}" type="pres">
      <dgm:prSet presAssocID="{98051944-607B-45F5-B383-568BF16B349C}" presName="sibTrans" presStyleCnt="0"/>
      <dgm:spPr/>
    </dgm:pt>
    <dgm:pt modelId="{4F6739E6-1128-4A1C-9F8A-62C76BD5F079}" type="pres">
      <dgm:prSet presAssocID="{157011B2-8B33-4CB3-A37D-4CC7403FD67E}" presName="compNode" presStyleCnt="0"/>
      <dgm:spPr/>
    </dgm:pt>
    <dgm:pt modelId="{5EC1E0ED-531F-4A6D-B820-412093D89F37}" type="pres">
      <dgm:prSet presAssocID="{157011B2-8B33-4CB3-A37D-4CC7403FD67E}" presName="bgRect" presStyleLbl="bgShp" presStyleIdx="3" presStyleCnt="5"/>
      <dgm:spPr/>
    </dgm:pt>
    <dgm:pt modelId="{0BEDEB5C-BE6E-4A7F-B12E-9FEB6781B94A}" type="pres">
      <dgm:prSet presAssocID="{157011B2-8B33-4CB3-A37D-4CC7403FD67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CE0E6A3C-D652-41A6-9D0C-CFC7F6D97869}" type="pres">
      <dgm:prSet presAssocID="{157011B2-8B33-4CB3-A37D-4CC7403FD67E}" presName="spaceRect" presStyleCnt="0"/>
      <dgm:spPr/>
    </dgm:pt>
    <dgm:pt modelId="{47886C54-ED6D-489F-9A02-846924F71623}" type="pres">
      <dgm:prSet presAssocID="{157011B2-8B33-4CB3-A37D-4CC7403FD67E}" presName="parTx" presStyleLbl="revTx" presStyleIdx="3" presStyleCnt="5">
        <dgm:presLayoutVars>
          <dgm:chMax val="0"/>
          <dgm:chPref val="0"/>
        </dgm:presLayoutVars>
      </dgm:prSet>
      <dgm:spPr/>
    </dgm:pt>
    <dgm:pt modelId="{E92EC606-D471-4C20-81C3-15C2B02AE0DE}" type="pres">
      <dgm:prSet presAssocID="{42EA5D28-64E3-4C7E-B2A2-92CE18770ACD}" presName="sibTrans" presStyleCnt="0"/>
      <dgm:spPr/>
    </dgm:pt>
    <dgm:pt modelId="{94DA0829-CCFE-46B6-AEA0-0BD4ED2FAD3F}" type="pres">
      <dgm:prSet presAssocID="{05C3D1CD-626F-48A2-A6EB-66A6D5633988}" presName="compNode" presStyleCnt="0"/>
      <dgm:spPr/>
    </dgm:pt>
    <dgm:pt modelId="{51B1A1D9-04A7-49C0-B5B2-E568780A9349}" type="pres">
      <dgm:prSet presAssocID="{05C3D1CD-626F-48A2-A6EB-66A6D5633988}" presName="bgRect" presStyleLbl="bgShp" presStyleIdx="4" presStyleCnt="5"/>
      <dgm:spPr/>
    </dgm:pt>
    <dgm:pt modelId="{D9436C21-1688-476D-80A2-8227463E4C3B}" type="pres">
      <dgm:prSet presAssocID="{05C3D1CD-626F-48A2-A6EB-66A6D563398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26D3DC1E-65C1-4800-A5C4-6C2F8311BEC8}" type="pres">
      <dgm:prSet presAssocID="{05C3D1CD-626F-48A2-A6EB-66A6D5633988}" presName="spaceRect" presStyleCnt="0"/>
      <dgm:spPr/>
    </dgm:pt>
    <dgm:pt modelId="{569B5F46-9316-4097-A74D-B197F8EB8D6D}" type="pres">
      <dgm:prSet presAssocID="{05C3D1CD-626F-48A2-A6EB-66A6D563398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A59E02E-50CF-4F0E-A233-B4F296E04E51}" type="presOf" srcId="{FA2012EA-5FCC-437D-B4BC-5D2C3099C268}" destId="{6A275B31-F888-4D3F-AD6C-437EDA8A515A}" srcOrd="0" destOrd="0" presId="urn:microsoft.com/office/officeart/2018/2/layout/IconVerticalSolidList"/>
    <dgm:cxn modelId="{764C3D31-1B80-4AD4-9A27-49ECD7E1CAC6}" srcId="{5CD33139-6A55-48AD-ABC0-2C7B825EBA2D}" destId="{FA2012EA-5FCC-437D-B4BC-5D2C3099C268}" srcOrd="0" destOrd="0" parTransId="{D94F48B3-690E-41C9-A598-8C84B62324BA}" sibTransId="{99BD2C48-68DD-40A1-8861-020857D79BFB}"/>
    <dgm:cxn modelId="{D3EADC5C-4685-4350-86AC-52DAB87582FD}" srcId="{5CD33139-6A55-48AD-ABC0-2C7B825EBA2D}" destId="{BF56AF73-FA19-42EB-A808-FE73A7D4765A}" srcOrd="1" destOrd="0" parTransId="{070BEBDB-336A-46FC-9860-08333FEF2F80}" sibTransId="{1AC421BD-BB42-4876-A25B-06FB37C0615D}"/>
    <dgm:cxn modelId="{C6AE1443-9ED6-4251-AA6C-A3C7DD32C799}" srcId="{5CD33139-6A55-48AD-ABC0-2C7B825EBA2D}" destId="{157011B2-8B33-4CB3-A37D-4CC7403FD67E}" srcOrd="3" destOrd="0" parTransId="{DDCD430E-18AE-4D5D-8DF6-73B72AEA550D}" sibTransId="{42EA5D28-64E3-4C7E-B2A2-92CE18770ACD}"/>
    <dgm:cxn modelId="{A667F187-47D6-465F-8A52-ADA4EB124192}" type="presOf" srcId="{5CD33139-6A55-48AD-ABC0-2C7B825EBA2D}" destId="{84D03A95-FCAF-42C8-9C46-03888D07D6D4}" srcOrd="0" destOrd="0" presId="urn:microsoft.com/office/officeart/2018/2/layout/IconVerticalSolidList"/>
    <dgm:cxn modelId="{4ADB788A-6A92-4C44-B2D5-1384BBFF977F}" type="presOf" srcId="{05C3D1CD-626F-48A2-A6EB-66A6D5633988}" destId="{569B5F46-9316-4097-A74D-B197F8EB8D6D}" srcOrd="0" destOrd="0" presId="urn:microsoft.com/office/officeart/2018/2/layout/IconVerticalSolidList"/>
    <dgm:cxn modelId="{A0C073D2-75CD-443E-8950-8FDADF055DA7}" srcId="{5CD33139-6A55-48AD-ABC0-2C7B825EBA2D}" destId="{05C3D1CD-626F-48A2-A6EB-66A6D5633988}" srcOrd="4" destOrd="0" parTransId="{F38D3D08-2BB7-4614-BD51-6F6FE8BD6984}" sibTransId="{8FBFE8D3-7325-4507-B5CA-67E3ACF06B96}"/>
    <dgm:cxn modelId="{6013CFD8-FDC9-493B-9EE1-95A747FC807D}" type="presOf" srcId="{BF56AF73-FA19-42EB-A808-FE73A7D4765A}" destId="{87F6AF73-F584-4F8F-B977-E12F900F5210}" srcOrd="0" destOrd="0" presId="urn:microsoft.com/office/officeart/2018/2/layout/IconVerticalSolidList"/>
    <dgm:cxn modelId="{17D12BDA-841D-4646-99B0-30DDB8F4D95B}" type="presOf" srcId="{EA153FA8-CE77-4208-90DB-4CBE921A927F}" destId="{B4DA2722-0C33-422A-A04E-2F88DD76A69A}" srcOrd="0" destOrd="0" presId="urn:microsoft.com/office/officeart/2018/2/layout/IconVerticalSolidList"/>
    <dgm:cxn modelId="{738C18E2-6025-4DFF-BE6D-6A9B54F8F58D}" type="presOf" srcId="{157011B2-8B33-4CB3-A37D-4CC7403FD67E}" destId="{47886C54-ED6D-489F-9A02-846924F71623}" srcOrd="0" destOrd="0" presId="urn:microsoft.com/office/officeart/2018/2/layout/IconVerticalSolidList"/>
    <dgm:cxn modelId="{2E6D67FF-7EF8-40AB-AB8D-330DFCD3F50B}" srcId="{5CD33139-6A55-48AD-ABC0-2C7B825EBA2D}" destId="{EA153FA8-CE77-4208-90DB-4CBE921A927F}" srcOrd="2" destOrd="0" parTransId="{5D6D9AE3-D99C-44A0-A752-0076CE6C860B}" sibTransId="{98051944-607B-45F5-B383-568BF16B349C}"/>
    <dgm:cxn modelId="{69F1F568-92F1-4842-858F-17EE8C3241D8}" type="presParOf" srcId="{84D03A95-FCAF-42C8-9C46-03888D07D6D4}" destId="{BD3674A5-0C76-4A3C-B4CA-AA66A1564AEA}" srcOrd="0" destOrd="0" presId="urn:microsoft.com/office/officeart/2018/2/layout/IconVerticalSolidList"/>
    <dgm:cxn modelId="{D8BF7A00-4504-4B35-859C-06CE5D7F3B69}" type="presParOf" srcId="{BD3674A5-0C76-4A3C-B4CA-AA66A1564AEA}" destId="{ECD32872-25C8-4BB7-BBA6-FC2E91AA14E4}" srcOrd="0" destOrd="0" presId="urn:microsoft.com/office/officeart/2018/2/layout/IconVerticalSolidList"/>
    <dgm:cxn modelId="{57E526CD-63C7-4440-90F1-A3F2EA3D57D3}" type="presParOf" srcId="{BD3674A5-0C76-4A3C-B4CA-AA66A1564AEA}" destId="{E21C8A14-2535-466A-9CAA-C4CE415BE5FD}" srcOrd="1" destOrd="0" presId="urn:microsoft.com/office/officeart/2018/2/layout/IconVerticalSolidList"/>
    <dgm:cxn modelId="{AFCD65E2-DB13-4A82-812C-24BE17E9CF43}" type="presParOf" srcId="{BD3674A5-0C76-4A3C-B4CA-AA66A1564AEA}" destId="{176AD5D4-CD7D-49B8-8668-B89698D47852}" srcOrd="2" destOrd="0" presId="urn:microsoft.com/office/officeart/2018/2/layout/IconVerticalSolidList"/>
    <dgm:cxn modelId="{9773540B-97F6-436D-8440-16092F5C469B}" type="presParOf" srcId="{BD3674A5-0C76-4A3C-B4CA-AA66A1564AEA}" destId="{6A275B31-F888-4D3F-AD6C-437EDA8A515A}" srcOrd="3" destOrd="0" presId="urn:microsoft.com/office/officeart/2018/2/layout/IconVerticalSolidList"/>
    <dgm:cxn modelId="{03FD9574-144F-4D1A-92B3-0CD310F40CD5}" type="presParOf" srcId="{84D03A95-FCAF-42C8-9C46-03888D07D6D4}" destId="{A7B8897F-0165-416F-A82C-9D6C1EF36286}" srcOrd="1" destOrd="0" presId="urn:microsoft.com/office/officeart/2018/2/layout/IconVerticalSolidList"/>
    <dgm:cxn modelId="{9DA3FC15-1795-4836-A974-E879849C5B64}" type="presParOf" srcId="{84D03A95-FCAF-42C8-9C46-03888D07D6D4}" destId="{F1E4FF80-6C1B-4DB2-A72D-FF4F750F184F}" srcOrd="2" destOrd="0" presId="urn:microsoft.com/office/officeart/2018/2/layout/IconVerticalSolidList"/>
    <dgm:cxn modelId="{7E172487-C367-4F4C-9DEE-2E0D0E98D886}" type="presParOf" srcId="{F1E4FF80-6C1B-4DB2-A72D-FF4F750F184F}" destId="{A87DD028-4138-4012-972E-C35B81448681}" srcOrd="0" destOrd="0" presId="urn:microsoft.com/office/officeart/2018/2/layout/IconVerticalSolidList"/>
    <dgm:cxn modelId="{9EFCB64D-E4B9-4CC5-AFB9-BC26B7AA6A1A}" type="presParOf" srcId="{F1E4FF80-6C1B-4DB2-A72D-FF4F750F184F}" destId="{B22C6E79-5AC6-4227-9ECE-5CBD9A5014F2}" srcOrd="1" destOrd="0" presId="urn:microsoft.com/office/officeart/2018/2/layout/IconVerticalSolidList"/>
    <dgm:cxn modelId="{21EEE2D2-E330-4F1C-9F88-FFB66462F8DA}" type="presParOf" srcId="{F1E4FF80-6C1B-4DB2-A72D-FF4F750F184F}" destId="{5EC583FD-94CB-4F87-99CB-D6A0E6612EA6}" srcOrd="2" destOrd="0" presId="urn:microsoft.com/office/officeart/2018/2/layout/IconVerticalSolidList"/>
    <dgm:cxn modelId="{AC07355D-2AFB-4B9A-B53F-C573F4E3CFAA}" type="presParOf" srcId="{F1E4FF80-6C1B-4DB2-A72D-FF4F750F184F}" destId="{87F6AF73-F584-4F8F-B977-E12F900F5210}" srcOrd="3" destOrd="0" presId="urn:microsoft.com/office/officeart/2018/2/layout/IconVerticalSolidList"/>
    <dgm:cxn modelId="{D638F960-BF01-4A03-90F9-58D7E89B2712}" type="presParOf" srcId="{84D03A95-FCAF-42C8-9C46-03888D07D6D4}" destId="{174A860A-96FF-4ABB-9F04-44E57449C058}" srcOrd="3" destOrd="0" presId="urn:microsoft.com/office/officeart/2018/2/layout/IconVerticalSolidList"/>
    <dgm:cxn modelId="{1DAE6B94-25FC-43D8-864A-5779AE5B54D3}" type="presParOf" srcId="{84D03A95-FCAF-42C8-9C46-03888D07D6D4}" destId="{864B2E23-DBDC-421E-8194-C95F6F0B2ABA}" srcOrd="4" destOrd="0" presId="urn:microsoft.com/office/officeart/2018/2/layout/IconVerticalSolidList"/>
    <dgm:cxn modelId="{57136E20-F535-4700-AD2B-38E0CFE0B565}" type="presParOf" srcId="{864B2E23-DBDC-421E-8194-C95F6F0B2ABA}" destId="{4B0B0948-C9C2-45B6-BAEF-B5E7C8050FA0}" srcOrd="0" destOrd="0" presId="urn:microsoft.com/office/officeart/2018/2/layout/IconVerticalSolidList"/>
    <dgm:cxn modelId="{29BD5F35-B2D3-44CF-BB46-3E142EA0E990}" type="presParOf" srcId="{864B2E23-DBDC-421E-8194-C95F6F0B2ABA}" destId="{ECB47EC1-190B-45AC-A664-055FD8982B25}" srcOrd="1" destOrd="0" presId="urn:microsoft.com/office/officeart/2018/2/layout/IconVerticalSolidList"/>
    <dgm:cxn modelId="{A9619B90-612D-406A-8AC0-19AE7FD56140}" type="presParOf" srcId="{864B2E23-DBDC-421E-8194-C95F6F0B2ABA}" destId="{B825902D-5461-4DFC-A22B-B71B9E78F16B}" srcOrd="2" destOrd="0" presId="urn:microsoft.com/office/officeart/2018/2/layout/IconVerticalSolidList"/>
    <dgm:cxn modelId="{3B2E1F96-5B60-457C-8CDD-25AE108A0618}" type="presParOf" srcId="{864B2E23-DBDC-421E-8194-C95F6F0B2ABA}" destId="{B4DA2722-0C33-422A-A04E-2F88DD76A69A}" srcOrd="3" destOrd="0" presId="urn:microsoft.com/office/officeart/2018/2/layout/IconVerticalSolidList"/>
    <dgm:cxn modelId="{D2F8AC13-F561-42A8-9EFF-3D10FD0FD841}" type="presParOf" srcId="{84D03A95-FCAF-42C8-9C46-03888D07D6D4}" destId="{25EB9951-297A-44FF-98D2-0DAE55E0DF27}" srcOrd="5" destOrd="0" presId="urn:microsoft.com/office/officeart/2018/2/layout/IconVerticalSolidList"/>
    <dgm:cxn modelId="{B0B69FB2-53A8-4B21-BC0F-3EFA1AD99964}" type="presParOf" srcId="{84D03A95-FCAF-42C8-9C46-03888D07D6D4}" destId="{4F6739E6-1128-4A1C-9F8A-62C76BD5F079}" srcOrd="6" destOrd="0" presId="urn:microsoft.com/office/officeart/2018/2/layout/IconVerticalSolidList"/>
    <dgm:cxn modelId="{42204C7D-773C-4B34-815B-57F53CFBCA4D}" type="presParOf" srcId="{4F6739E6-1128-4A1C-9F8A-62C76BD5F079}" destId="{5EC1E0ED-531F-4A6D-B820-412093D89F37}" srcOrd="0" destOrd="0" presId="urn:microsoft.com/office/officeart/2018/2/layout/IconVerticalSolidList"/>
    <dgm:cxn modelId="{A99C3E08-2198-4F1C-96DD-F5BC36E032E2}" type="presParOf" srcId="{4F6739E6-1128-4A1C-9F8A-62C76BD5F079}" destId="{0BEDEB5C-BE6E-4A7F-B12E-9FEB6781B94A}" srcOrd="1" destOrd="0" presId="urn:microsoft.com/office/officeart/2018/2/layout/IconVerticalSolidList"/>
    <dgm:cxn modelId="{A9E57FA2-9563-4382-A8AA-9B7AF98E9976}" type="presParOf" srcId="{4F6739E6-1128-4A1C-9F8A-62C76BD5F079}" destId="{CE0E6A3C-D652-41A6-9D0C-CFC7F6D97869}" srcOrd="2" destOrd="0" presId="urn:microsoft.com/office/officeart/2018/2/layout/IconVerticalSolidList"/>
    <dgm:cxn modelId="{A3782DF5-94AB-4EA8-82EE-80C89023F53E}" type="presParOf" srcId="{4F6739E6-1128-4A1C-9F8A-62C76BD5F079}" destId="{47886C54-ED6D-489F-9A02-846924F71623}" srcOrd="3" destOrd="0" presId="urn:microsoft.com/office/officeart/2018/2/layout/IconVerticalSolidList"/>
    <dgm:cxn modelId="{607B1F6B-C70D-4912-97FA-E39521C189C1}" type="presParOf" srcId="{84D03A95-FCAF-42C8-9C46-03888D07D6D4}" destId="{E92EC606-D471-4C20-81C3-15C2B02AE0DE}" srcOrd="7" destOrd="0" presId="urn:microsoft.com/office/officeart/2018/2/layout/IconVerticalSolidList"/>
    <dgm:cxn modelId="{E09352DC-4069-4935-8C3D-83A7D7D632D8}" type="presParOf" srcId="{84D03A95-FCAF-42C8-9C46-03888D07D6D4}" destId="{94DA0829-CCFE-46B6-AEA0-0BD4ED2FAD3F}" srcOrd="8" destOrd="0" presId="urn:microsoft.com/office/officeart/2018/2/layout/IconVerticalSolidList"/>
    <dgm:cxn modelId="{FC8B6089-3EBE-4361-90DC-6561A3E9A190}" type="presParOf" srcId="{94DA0829-CCFE-46B6-AEA0-0BD4ED2FAD3F}" destId="{51B1A1D9-04A7-49C0-B5B2-E568780A9349}" srcOrd="0" destOrd="0" presId="urn:microsoft.com/office/officeart/2018/2/layout/IconVerticalSolidList"/>
    <dgm:cxn modelId="{5A9CA324-6F21-43AD-B8FA-1843A4E93B4E}" type="presParOf" srcId="{94DA0829-CCFE-46B6-AEA0-0BD4ED2FAD3F}" destId="{D9436C21-1688-476D-80A2-8227463E4C3B}" srcOrd="1" destOrd="0" presId="urn:microsoft.com/office/officeart/2018/2/layout/IconVerticalSolidList"/>
    <dgm:cxn modelId="{D34879E5-E8F6-4694-9403-44836B1681A6}" type="presParOf" srcId="{94DA0829-CCFE-46B6-AEA0-0BD4ED2FAD3F}" destId="{26D3DC1E-65C1-4800-A5C4-6C2F8311BEC8}" srcOrd="2" destOrd="0" presId="urn:microsoft.com/office/officeart/2018/2/layout/IconVerticalSolidList"/>
    <dgm:cxn modelId="{D01DDCA8-88A0-4F9A-B577-ACBA383BECD6}" type="presParOf" srcId="{94DA0829-CCFE-46B6-AEA0-0BD4ED2FAD3F}" destId="{569B5F46-9316-4097-A74D-B197F8EB8D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9A129D-A5C1-4124-9DAA-1B3A369B04E3}">
      <dsp:nvSpPr>
        <dsp:cNvPr id="0" name=""/>
        <dsp:cNvSpPr/>
      </dsp:nvSpPr>
      <dsp:spPr>
        <a:xfrm>
          <a:off x="0" y="68003"/>
          <a:ext cx="5393361" cy="8108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⏳ </a:t>
          </a:r>
          <a:r>
            <a:rPr lang="en-GB" sz="1400" b="1" kern="1200"/>
            <a:t>Procrastination</a:t>
          </a:r>
          <a:br>
            <a:rPr lang="en-GB" sz="1400" b="1" kern="1200"/>
          </a:br>
          <a:r>
            <a:rPr lang="en-GB" sz="1400" kern="1200"/>
            <a:t> Delaying tasks out of fear they won’t be perfect</a:t>
          </a:r>
          <a:endParaRPr lang="en-US" sz="1400" kern="1200"/>
        </a:p>
      </dsp:txBody>
      <dsp:txXfrm>
        <a:off x="39580" y="107583"/>
        <a:ext cx="5314201" cy="731650"/>
      </dsp:txXfrm>
    </dsp:sp>
    <dsp:sp modelId="{829C5254-EEEA-45C7-8694-53BB9C37B41B}">
      <dsp:nvSpPr>
        <dsp:cNvPr id="0" name=""/>
        <dsp:cNvSpPr/>
      </dsp:nvSpPr>
      <dsp:spPr>
        <a:xfrm>
          <a:off x="0" y="919133"/>
          <a:ext cx="5393361" cy="81081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🚫 </a:t>
          </a:r>
          <a:r>
            <a:rPr lang="en-GB" sz="1400" b="1" kern="1200"/>
            <a:t>Avoidance of Challenges</a:t>
          </a:r>
          <a:br>
            <a:rPr lang="en-GB" sz="1400" b="1" kern="1200"/>
          </a:br>
          <a:r>
            <a:rPr lang="en-GB" sz="1400" b="1" kern="1200"/>
            <a:t> </a:t>
          </a:r>
          <a:r>
            <a:rPr lang="en-GB" sz="1400" kern="1200"/>
            <a:t>Avoiding new tasks or responsibilities to prevent potential failure</a:t>
          </a:r>
          <a:endParaRPr lang="en-US" sz="1400" kern="1200"/>
        </a:p>
      </dsp:txBody>
      <dsp:txXfrm>
        <a:off x="39580" y="958713"/>
        <a:ext cx="5314201" cy="731650"/>
      </dsp:txXfrm>
    </dsp:sp>
    <dsp:sp modelId="{5B8ADF43-6936-48E3-B047-7B02A44AE040}">
      <dsp:nvSpPr>
        <dsp:cNvPr id="0" name=""/>
        <dsp:cNvSpPr/>
      </dsp:nvSpPr>
      <dsp:spPr>
        <a:xfrm>
          <a:off x="0" y="1770263"/>
          <a:ext cx="5393361" cy="81081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📉 </a:t>
          </a:r>
          <a:r>
            <a:rPr lang="en-GB" sz="1400" b="1" kern="1200"/>
            <a:t>Reduced Productivity</a:t>
          </a:r>
          <a:br>
            <a:rPr lang="en-GB" sz="1400" b="1" kern="1200"/>
          </a:br>
          <a:r>
            <a:rPr lang="en-GB" sz="1400" b="1" kern="1200"/>
            <a:t> </a:t>
          </a:r>
          <a:r>
            <a:rPr lang="en-GB" sz="1400" kern="1200"/>
            <a:t>Spending excessive time on minor details, leading to missed deadlines</a:t>
          </a:r>
          <a:endParaRPr lang="en-US" sz="1400" kern="1200"/>
        </a:p>
      </dsp:txBody>
      <dsp:txXfrm>
        <a:off x="39580" y="1809843"/>
        <a:ext cx="5314201" cy="731650"/>
      </dsp:txXfrm>
    </dsp:sp>
    <dsp:sp modelId="{191C2FEB-5D59-47C8-AFB6-74CC51D1CCB4}">
      <dsp:nvSpPr>
        <dsp:cNvPr id="0" name=""/>
        <dsp:cNvSpPr/>
      </dsp:nvSpPr>
      <dsp:spPr>
        <a:xfrm>
          <a:off x="0" y="2621393"/>
          <a:ext cx="5393361" cy="81081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😔 </a:t>
          </a:r>
          <a:r>
            <a:rPr lang="en-GB" sz="1400" b="1" kern="1200"/>
            <a:t>Strained Relationships</a:t>
          </a:r>
          <a:br>
            <a:rPr lang="en-GB" sz="1400" b="1" kern="1200"/>
          </a:br>
          <a:r>
            <a:rPr lang="en-GB" sz="1400" b="1" kern="1200"/>
            <a:t> </a:t>
          </a:r>
          <a:r>
            <a:rPr lang="en-GB" sz="1400" kern="1200"/>
            <a:t>Social withdrawal and difficulty accepting help or feedback</a:t>
          </a:r>
          <a:endParaRPr lang="en-US" sz="1400" kern="1200"/>
        </a:p>
      </dsp:txBody>
      <dsp:txXfrm>
        <a:off x="39580" y="2660973"/>
        <a:ext cx="5314201" cy="731650"/>
      </dsp:txXfrm>
    </dsp:sp>
    <dsp:sp modelId="{914A6044-BFE3-4091-9921-AFC6B894D66E}">
      <dsp:nvSpPr>
        <dsp:cNvPr id="0" name=""/>
        <dsp:cNvSpPr/>
      </dsp:nvSpPr>
      <dsp:spPr>
        <a:xfrm>
          <a:off x="0" y="3472524"/>
          <a:ext cx="5393361" cy="81081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👉 Atelophobia makes even simple tasks feel overwhelming, affecting career growth and personal well-being.</a:t>
          </a:r>
          <a:endParaRPr lang="en-US" sz="1400" kern="1200"/>
        </a:p>
      </dsp:txBody>
      <dsp:txXfrm>
        <a:off x="39580" y="3512104"/>
        <a:ext cx="5314201" cy="7316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626DCB-56F5-4DFB-B8D1-DC2594DCCF43}">
      <dsp:nvSpPr>
        <dsp:cNvPr id="0" name=""/>
        <dsp:cNvSpPr/>
      </dsp:nvSpPr>
      <dsp:spPr>
        <a:xfrm>
          <a:off x="0" y="6494"/>
          <a:ext cx="5811128" cy="10892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📱 </a:t>
          </a:r>
          <a:r>
            <a:rPr lang="en-GB" sz="1900" b="1" kern="1200"/>
            <a:t>Social Media Pressure</a:t>
          </a:r>
          <a:br>
            <a:rPr lang="en-GB" sz="1900" b="1" kern="1200"/>
          </a:br>
          <a:r>
            <a:rPr lang="en-GB" sz="1900" b="1" kern="1200"/>
            <a:t> </a:t>
          </a:r>
          <a:r>
            <a:rPr lang="en-GB" sz="1900" kern="1200"/>
            <a:t>Unrealistic portrayals of “perfect” lives fuel comparison and insecurity</a:t>
          </a:r>
          <a:endParaRPr lang="en-US" sz="1900" kern="1200"/>
        </a:p>
      </dsp:txBody>
      <dsp:txXfrm>
        <a:off x="53174" y="59668"/>
        <a:ext cx="5704780" cy="982922"/>
      </dsp:txXfrm>
    </dsp:sp>
    <dsp:sp modelId="{F744D509-F5E1-44A5-A7E1-514734F41143}">
      <dsp:nvSpPr>
        <dsp:cNvPr id="0" name=""/>
        <dsp:cNvSpPr/>
      </dsp:nvSpPr>
      <dsp:spPr>
        <a:xfrm>
          <a:off x="0" y="1150484"/>
          <a:ext cx="5811128" cy="108927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🎯 </a:t>
          </a:r>
          <a:r>
            <a:rPr lang="en-GB" sz="1900" b="1" kern="1200"/>
            <a:t>Unrealistic Standards</a:t>
          </a:r>
          <a:br>
            <a:rPr lang="en-GB" sz="1900" b="1" kern="1200"/>
          </a:br>
          <a:r>
            <a:rPr lang="en-GB" sz="1900" kern="1200"/>
            <a:t> Culture of perfectionism in education, workplace, and media</a:t>
          </a:r>
          <a:endParaRPr lang="en-US" sz="1900" kern="1200"/>
        </a:p>
      </dsp:txBody>
      <dsp:txXfrm>
        <a:off x="53174" y="1203658"/>
        <a:ext cx="5704780" cy="982922"/>
      </dsp:txXfrm>
    </dsp:sp>
    <dsp:sp modelId="{365A9D05-08EE-4809-80B9-68D0A03D7005}">
      <dsp:nvSpPr>
        <dsp:cNvPr id="0" name=""/>
        <dsp:cNvSpPr/>
      </dsp:nvSpPr>
      <dsp:spPr>
        <a:xfrm>
          <a:off x="0" y="2294474"/>
          <a:ext cx="5811128" cy="108927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👥 </a:t>
          </a:r>
          <a:r>
            <a:rPr lang="en-GB" sz="1900" b="1" kern="1200"/>
            <a:t>Peer &amp; Parental Expectations</a:t>
          </a:r>
          <a:br>
            <a:rPr lang="en-GB" sz="1900" b="1" kern="1200"/>
          </a:br>
          <a:r>
            <a:rPr lang="en-GB" sz="1900" kern="1200"/>
            <a:t> Excessive focus on achievement, grades, and flawless performance</a:t>
          </a:r>
          <a:endParaRPr lang="en-US" sz="1900" kern="1200"/>
        </a:p>
      </dsp:txBody>
      <dsp:txXfrm>
        <a:off x="53174" y="2347648"/>
        <a:ext cx="5704780" cy="982922"/>
      </dsp:txXfrm>
    </dsp:sp>
    <dsp:sp modelId="{70F538BC-FB0B-41F6-B3E1-499A017F61D4}">
      <dsp:nvSpPr>
        <dsp:cNvPr id="0" name=""/>
        <dsp:cNvSpPr/>
      </dsp:nvSpPr>
      <dsp:spPr>
        <a:xfrm>
          <a:off x="0" y="3438464"/>
          <a:ext cx="5811128" cy="108927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🏆 </a:t>
          </a:r>
          <a:r>
            <a:rPr lang="en-GB" sz="1900" b="1" kern="1200"/>
            <a:t>Fear of Judgment</a:t>
          </a:r>
          <a:br>
            <a:rPr lang="en-GB" sz="1900" b="1" kern="1200"/>
          </a:br>
          <a:r>
            <a:rPr lang="en-GB" sz="1900" b="1" kern="1200"/>
            <a:t> </a:t>
          </a:r>
          <a:r>
            <a:rPr lang="en-GB" sz="1900" kern="1200"/>
            <a:t>Constant worry about being criticized or not measuring up</a:t>
          </a:r>
          <a:endParaRPr lang="en-US" sz="1900" kern="1200"/>
        </a:p>
      </dsp:txBody>
      <dsp:txXfrm>
        <a:off x="53174" y="3491638"/>
        <a:ext cx="5704780" cy="982922"/>
      </dsp:txXfrm>
    </dsp:sp>
    <dsp:sp modelId="{A8F10404-F700-4723-B8D9-DB6186E65E2C}">
      <dsp:nvSpPr>
        <dsp:cNvPr id="0" name=""/>
        <dsp:cNvSpPr/>
      </dsp:nvSpPr>
      <dsp:spPr>
        <a:xfrm>
          <a:off x="0" y="4582454"/>
          <a:ext cx="5811128" cy="108927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👉 Society’s “perfect world” image traps many in a cycle of fear and self-doubt.</a:t>
          </a:r>
          <a:endParaRPr lang="en-US" sz="1900" kern="1200"/>
        </a:p>
      </dsp:txBody>
      <dsp:txXfrm>
        <a:off x="53174" y="4635628"/>
        <a:ext cx="5704780" cy="9829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53A55-0E81-4422-9AAA-BF43A408A4EF}">
      <dsp:nvSpPr>
        <dsp:cNvPr id="0" name=""/>
        <dsp:cNvSpPr/>
      </dsp:nvSpPr>
      <dsp:spPr>
        <a:xfrm>
          <a:off x="0" y="3404"/>
          <a:ext cx="10515600" cy="7251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9AF6AB-919D-45F9-AC0B-9C19CFB1AE0F}">
      <dsp:nvSpPr>
        <dsp:cNvPr id="0" name=""/>
        <dsp:cNvSpPr/>
      </dsp:nvSpPr>
      <dsp:spPr>
        <a:xfrm>
          <a:off x="219348" y="166556"/>
          <a:ext cx="398815" cy="3988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7F9B2C-E233-4476-8F3A-9D91DE3332B8}">
      <dsp:nvSpPr>
        <dsp:cNvPr id="0" name=""/>
        <dsp:cNvSpPr/>
      </dsp:nvSpPr>
      <dsp:spPr>
        <a:xfrm>
          <a:off x="837512" y="3404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🧘‍♂️ </a:t>
          </a:r>
          <a:r>
            <a:rPr lang="en-GB" sz="1900" b="1" kern="1200"/>
            <a:t>Mindfulness &amp; Meditation</a:t>
          </a:r>
          <a:br>
            <a:rPr lang="en-GB" sz="1900" b="1" kern="1200"/>
          </a:br>
          <a:r>
            <a:rPr lang="en-GB" sz="1900" kern="1200"/>
            <a:t> Helps stay present and reduce anxiety about imperfections</a:t>
          </a:r>
          <a:endParaRPr lang="en-US" sz="1900" kern="1200"/>
        </a:p>
      </dsp:txBody>
      <dsp:txXfrm>
        <a:off x="837512" y="3404"/>
        <a:ext cx="9678087" cy="725119"/>
      </dsp:txXfrm>
    </dsp:sp>
    <dsp:sp modelId="{9C93882E-028D-49CC-824F-F147F05B71D4}">
      <dsp:nvSpPr>
        <dsp:cNvPr id="0" name=""/>
        <dsp:cNvSpPr/>
      </dsp:nvSpPr>
      <dsp:spPr>
        <a:xfrm>
          <a:off x="0" y="909803"/>
          <a:ext cx="10515600" cy="7251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0590B4-0C7B-4B96-AF1A-E912997D3F00}">
      <dsp:nvSpPr>
        <dsp:cNvPr id="0" name=""/>
        <dsp:cNvSpPr/>
      </dsp:nvSpPr>
      <dsp:spPr>
        <a:xfrm>
          <a:off x="219348" y="1072955"/>
          <a:ext cx="398815" cy="3988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8BE79-021D-4B70-8F4E-B81261F7148C}">
      <dsp:nvSpPr>
        <dsp:cNvPr id="0" name=""/>
        <dsp:cNvSpPr/>
      </dsp:nvSpPr>
      <dsp:spPr>
        <a:xfrm>
          <a:off x="837512" y="909803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✅ </a:t>
          </a:r>
          <a:r>
            <a:rPr lang="en-GB" sz="1900" b="1" kern="1200"/>
            <a:t>Set Realistic Goals</a:t>
          </a:r>
          <a:br>
            <a:rPr lang="en-GB" sz="1900" b="1" kern="1200"/>
          </a:br>
          <a:r>
            <a:rPr lang="en-GB" sz="1900" kern="1200"/>
            <a:t> Break tasks into small, achievable steps to avoid overwhelm</a:t>
          </a:r>
          <a:endParaRPr lang="en-US" sz="1900" kern="1200"/>
        </a:p>
      </dsp:txBody>
      <dsp:txXfrm>
        <a:off x="837512" y="909803"/>
        <a:ext cx="9678087" cy="725119"/>
      </dsp:txXfrm>
    </dsp:sp>
    <dsp:sp modelId="{3ACCE9C4-E9F8-4901-8326-E8D78F4B7633}">
      <dsp:nvSpPr>
        <dsp:cNvPr id="0" name=""/>
        <dsp:cNvSpPr/>
      </dsp:nvSpPr>
      <dsp:spPr>
        <a:xfrm>
          <a:off x="0" y="1816202"/>
          <a:ext cx="10515600" cy="7251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30986D-D43B-454E-B667-683F3CCE9600}">
      <dsp:nvSpPr>
        <dsp:cNvPr id="0" name=""/>
        <dsp:cNvSpPr/>
      </dsp:nvSpPr>
      <dsp:spPr>
        <a:xfrm>
          <a:off x="219348" y="1979354"/>
          <a:ext cx="398815" cy="3988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3F75E-EBE4-482B-90A9-C1B89357947F}">
      <dsp:nvSpPr>
        <dsp:cNvPr id="0" name=""/>
        <dsp:cNvSpPr/>
      </dsp:nvSpPr>
      <dsp:spPr>
        <a:xfrm>
          <a:off x="837512" y="1816202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✍️ </a:t>
          </a:r>
          <a:r>
            <a:rPr lang="en-GB" sz="1900" b="1" kern="1200"/>
            <a:t>Journaling</a:t>
          </a:r>
          <a:br>
            <a:rPr lang="en-GB" sz="1900" b="1" kern="1200"/>
          </a:br>
          <a:r>
            <a:rPr lang="en-GB" sz="1900" kern="1200"/>
            <a:t> Reflect on fears, progress, and celebrate small wins</a:t>
          </a:r>
          <a:endParaRPr lang="en-US" sz="1900" kern="1200"/>
        </a:p>
      </dsp:txBody>
      <dsp:txXfrm>
        <a:off x="837512" y="1816202"/>
        <a:ext cx="9678087" cy="725119"/>
      </dsp:txXfrm>
    </dsp:sp>
    <dsp:sp modelId="{3236E325-A0E5-4978-9E60-DAB4226BF90A}">
      <dsp:nvSpPr>
        <dsp:cNvPr id="0" name=""/>
        <dsp:cNvSpPr/>
      </dsp:nvSpPr>
      <dsp:spPr>
        <a:xfrm>
          <a:off x="0" y="2722601"/>
          <a:ext cx="10515600" cy="7251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CC75C3-F9EB-4BC4-905B-2775A569D39A}">
      <dsp:nvSpPr>
        <dsp:cNvPr id="0" name=""/>
        <dsp:cNvSpPr/>
      </dsp:nvSpPr>
      <dsp:spPr>
        <a:xfrm>
          <a:off x="219348" y="2885753"/>
          <a:ext cx="398815" cy="3988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B15E3-00B2-4AFA-879A-CD727A64D60B}">
      <dsp:nvSpPr>
        <dsp:cNvPr id="0" name=""/>
        <dsp:cNvSpPr/>
      </dsp:nvSpPr>
      <dsp:spPr>
        <a:xfrm>
          <a:off x="837512" y="2722601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💬 </a:t>
          </a:r>
          <a:r>
            <a:rPr lang="en-GB" sz="1900" b="1" kern="1200"/>
            <a:t>Positive Self-talk</a:t>
          </a:r>
          <a:br>
            <a:rPr lang="en-GB" sz="1900" b="1" kern="1200"/>
          </a:br>
          <a:r>
            <a:rPr lang="en-GB" sz="1900" b="1" kern="1200"/>
            <a:t> </a:t>
          </a:r>
          <a:r>
            <a:rPr lang="en-GB" sz="1900" kern="1200"/>
            <a:t>Replace harsh criticism with encouraging affirmations</a:t>
          </a:r>
          <a:endParaRPr lang="en-US" sz="1900" kern="1200"/>
        </a:p>
      </dsp:txBody>
      <dsp:txXfrm>
        <a:off x="837512" y="2722601"/>
        <a:ext cx="9678087" cy="725119"/>
      </dsp:txXfrm>
    </dsp:sp>
    <dsp:sp modelId="{D6DE9810-0435-45C0-AA0F-F8CED73098F1}">
      <dsp:nvSpPr>
        <dsp:cNvPr id="0" name=""/>
        <dsp:cNvSpPr/>
      </dsp:nvSpPr>
      <dsp:spPr>
        <a:xfrm>
          <a:off x="0" y="3629000"/>
          <a:ext cx="10515600" cy="7251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05423-7EC5-4CE1-ACDD-7CAA80AD8251}">
      <dsp:nvSpPr>
        <dsp:cNvPr id="0" name=""/>
        <dsp:cNvSpPr/>
      </dsp:nvSpPr>
      <dsp:spPr>
        <a:xfrm>
          <a:off x="219348" y="3792152"/>
          <a:ext cx="398815" cy="3988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B43AB-2745-4654-B80F-0AA0F73A3E7B}">
      <dsp:nvSpPr>
        <dsp:cNvPr id="0" name=""/>
        <dsp:cNvSpPr/>
      </dsp:nvSpPr>
      <dsp:spPr>
        <a:xfrm>
          <a:off x="837512" y="3629000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👥 </a:t>
          </a:r>
          <a:r>
            <a:rPr lang="en-GB" sz="1900" b="1" kern="1200"/>
            <a:t>Seek Support</a:t>
          </a:r>
          <a:br>
            <a:rPr lang="en-GB" sz="1900" b="1" kern="1200"/>
          </a:br>
          <a:r>
            <a:rPr lang="en-GB" sz="1900" kern="1200"/>
            <a:t> Talk to friends, family, or support groups to share experiences</a:t>
          </a:r>
          <a:endParaRPr lang="en-US" sz="1900" kern="1200"/>
        </a:p>
      </dsp:txBody>
      <dsp:txXfrm>
        <a:off x="837512" y="3629000"/>
        <a:ext cx="9678087" cy="7251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D51A1-C243-4572-83FC-31269FFDF8E1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6A28C5-DD0C-4D06-9D09-B503CC2FF777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192E95-7D9F-4F86-B029-E2AB56948002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🧠 </a:t>
          </a:r>
          <a:r>
            <a:rPr lang="en-GB" sz="1600" b="1" kern="1200"/>
            <a:t>Cognitive Behavioural Therapy (CBT)</a:t>
          </a:r>
          <a:br>
            <a:rPr lang="en-GB" sz="1600" b="1" kern="1200"/>
          </a:br>
          <a:r>
            <a:rPr lang="en-GB" sz="1600" kern="1200"/>
            <a:t> Helps reframe negative thought patterns and reduce fear of imperfection</a:t>
          </a:r>
          <a:endParaRPr lang="en-US" sz="1600" kern="1200"/>
        </a:p>
      </dsp:txBody>
      <dsp:txXfrm>
        <a:off x="1834517" y="469890"/>
        <a:ext cx="3148942" cy="1335915"/>
      </dsp:txXfrm>
    </dsp:sp>
    <dsp:sp modelId="{E3CCD37B-9E7F-40FD-8B04-B48DE8867CC4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C0A6D3-0B0A-4038-A59A-855A5495B86A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E91989-E979-42E2-9FA6-E99079F9CDFC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💬 </a:t>
          </a:r>
          <a:r>
            <a:rPr lang="en-GB" sz="1600" b="1" kern="1200"/>
            <a:t>Counselling</a:t>
          </a:r>
          <a:br>
            <a:rPr lang="en-GB" sz="1600" b="1" kern="1200"/>
          </a:br>
          <a:r>
            <a:rPr lang="en-GB" sz="1600" b="1" kern="1200"/>
            <a:t> </a:t>
          </a:r>
          <a:r>
            <a:rPr lang="en-GB" sz="1600" kern="1200"/>
            <a:t>Provides a safe space to explore fears and develop coping strategies</a:t>
          </a:r>
          <a:endParaRPr lang="en-US" sz="1600" kern="1200"/>
        </a:p>
      </dsp:txBody>
      <dsp:txXfrm>
        <a:off x="7154322" y="469890"/>
        <a:ext cx="3148942" cy="1335915"/>
      </dsp:txXfrm>
    </dsp:sp>
    <dsp:sp modelId="{7F4470D2-277D-481E-9696-2BAB42A459E5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0D5A13-C12B-45F7-8AC7-CD2E64FF0B38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654F16-9449-45A6-B308-819FFA08FA5A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👥 </a:t>
          </a:r>
          <a:r>
            <a:rPr lang="en-GB" sz="1600" b="1" kern="1200"/>
            <a:t>Support Groups</a:t>
          </a:r>
          <a:br>
            <a:rPr lang="en-GB" sz="1600" b="1" kern="1200"/>
          </a:br>
          <a:r>
            <a:rPr lang="en-GB" sz="1600" kern="1200"/>
            <a:t> Connect with others facing similar struggles for encouragement and shared solutions</a:t>
          </a:r>
          <a:endParaRPr lang="en-US" sz="1600" kern="1200"/>
        </a:p>
      </dsp:txBody>
      <dsp:txXfrm>
        <a:off x="1834517" y="2545532"/>
        <a:ext cx="3148942" cy="1335915"/>
      </dsp:txXfrm>
    </dsp:sp>
    <dsp:sp modelId="{D0E93891-C510-4F31-B882-863BD2B3BF77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DF130A-ECAF-433E-A324-62485C8B1F6B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ED489-7069-4ACE-A261-4728C05EC163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🏥 </a:t>
          </a:r>
          <a:r>
            <a:rPr lang="en-GB" sz="1600" b="1" kern="1200"/>
            <a:t>Medication (if prescribed)</a:t>
          </a:r>
          <a:br>
            <a:rPr lang="en-GB" sz="1600" b="1" kern="1200"/>
          </a:br>
          <a:r>
            <a:rPr lang="en-GB" sz="1600" kern="1200"/>
            <a:t> In some cases, anti-anxiety or antidepressant medication can help manage symptoms</a:t>
          </a:r>
          <a:endParaRPr lang="en-US" sz="1600" kern="1200"/>
        </a:p>
      </dsp:txBody>
      <dsp:txXfrm>
        <a:off x="7154322" y="2545532"/>
        <a:ext cx="3148942" cy="13359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D32872-25C8-4BB7-BBA6-FC2E91AA14E4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C8A14-2535-466A-9CAA-C4CE415BE5FD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75B31-F888-4D3F-AD6C-437EDA8A515A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🌟 Perfection is an illusion – everyone makes mistakes.</a:t>
          </a:r>
          <a:endParaRPr lang="en-US" sz="1700" kern="1200"/>
        </a:p>
      </dsp:txBody>
      <dsp:txXfrm>
        <a:off x="1059754" y="4307"/>
        <a:ext cx="5304469" cy="917536"/>
      </dsp:txXfrm>
    </dsp:sp>
    <dsp:sp modelId="{A87DD028-4138-4012-972E-C35B81448681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2C6E79-5AC6-4227-9ECE-5CBD9A5014F2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F6AF73-F584-4F8F-B977-E12F900F5210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💡 Atelophobia holds us back by trapping us in fear of judgment and failure.</a:t>
          </a:r>
          <a:endParaRPr lang="en-US" sz="1700" kern="1200"/>
        </a:p>
      </dsp:txBody>
      <dsp:txXfrm>
        <a:off x="1059754" y="1151227"/>
        <a:ext cx="5304469" cy="917536"/>
      </dsp:txXfrm>
    </dsp:sp>
    <dsp:sp modelId="{4B0B0948-C9C2-45B6-BAEF-B5E7C8050FA0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B47EC1-190B-45AC-A664-055FD8982B25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A2722-0C33-422A-A04E-2F88DD76A69A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✅ By adopting healthy habits, seeking support, and practicing self-compassion, we can overcome this fear.</a:t>
          </a:r>
          <a:endParaRPr lang="en-US" sz="1700" kern="1200"/>
        </a:p>
      </dsp:txBody>
      <dsp:txXfrm>
        <a:off x="1059754" y="2298147"/>
        <a:ext cx="5304469" cy="917536"/>
      </dsp:txXfrm>
    </dsp:sp>
    <dsp:sp modelId="{5EC1E0ED-531F-4A6D-B820-412093D89F37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EDEB5C-BE6E-4A7F-B12E-9FEB6781B94A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86C54-ED6D-489F-9A02-846924F71623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🚀 Remember:</a:t>
          </a:r>
          <a:br>
            <a:rPr lang="en-GB" sz="1700" kern="1200"/>
          </a:br>
          <a:r>
            <a:rPr lang="en-GB" sz="1700" kern="1200"/>
            <a:t> “Progress &gt; Perfection”</a:t>
          </a:r>
          <a:endParaRPr lang="en-US" sz="1700" kern="1200"/>
        </a:p>
      </dsp:txBody>
      <dsp:txXfrm>
        <a:off x="1059754" y="3445068"/>
        <a:ext cx="5304469" cy="917536"/>
      </dsp:txXfrm>
    </dsp:sp>
    <dsp:sp modelId="{51B1A1D9-04A7-49C0-B5B2-E568780A9349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436C21-1688-476D-80A2-8227463E4C3B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B5F46-9316-4097-A74D-B197F8EB8D6D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👉 Embrace imperfection as a natural part of growth and success.</a:t>
          </a:r>
          <a:endParaRPr lang="en-US" sz="1700" kern="1200"/>
        </a:p>
      </dsp:txBody>
      <dsp:txXfrm>
        <a:off x="1059754" y="4591988"/>
        <a:ext cx="5304469" cy="917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onnsiteX0" fmla="*/ 0 w 5649003"/>
              <a:gd name="connsiteY0" fmla="*/ 5325836 h 10651671"/>
              <a:gd name="connsiteX1" fmla="*/ 2824502 w 5649003"/>
              <a:gd name="connsiteY1" fmla="*/ 0 h 10651671"/>
              <a:gd name="connsiteX2" fmla="*/ 5649004 w 5649003"/>
              <a:gd name="connsiteY2" fmla="*/ 5325836 h 10651671"/>
              <a:gd name="connsiteX3" fmla="*/ 2824502 w 5649003"/>
              <a:gd name="connsiteY3" fmla="*/ 10651672 h 10651671"/>
              <a:gd name="connsiteX4" fmla="*/ 0 w 5649003"/>
              <a:gd name="connsiteY4" fmla="*/ 5325836 h 1065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7841" y="1911096"/>
            <a:ext cx="7664567" cy="2076651"/>
          </a:xfrm>
        </p:spPr>
        <p:txBody>
          <a:bodyPr anchor="b">
            <a:normAutofit/>
          </a:bodyPr>
          <a:lstStyle/>
          <a:p>
            <a:r>
              <a:rPr lang="en-GB" sz="6600">
                <a:solidFill>
                  <a:srgbClr val="FFFFFF"/>
                </a:solidFill>
                <a:latin typeface="Times New Roman"/>
                <a:cs typeface="Times New Roman"/>
              </a:rPr>
              <a:t>Atelophobia</a:t>
            </a:r>
            <a:endParaRPr lang="en-US" sz="66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524339" y="7001922"/>
            <a:ext cx="1709556" cy="28220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457200" indent="-457200">
              <a:buAutoNum type="arabicPeriod"/>
            </a:pPr>
            <a:endParaRPr lang="en-GB">
              <a:solidFill>
                <a:srgbClr val="FFFFFF"/>
              </a:solidFill>
              <a:latin typeface="Times New Roman"/>
              <a:ea typeface="+mj-lt"/>
              <a:cs typeface="Times New Roman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79327D-09DD-2161-5011-70C91FA6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  <a:latin typeface="Times New Roman"/>
                <a:cs typeface="Times New Roman"/>
              </a:rPr>
              <a:t>What is Atelophobia?</a:t>
            </a:r>
            <a:endParaRPr lang="en-US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F65A7-A1D2-21DD-27F0-EFC62AED2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u="sng">
                <a:latin typeface="Times New Roman"/>
                <a:cs typeface="Times New Roman"/>
              </a:rPr>
              <a:t>Atelophobia:</a:t>
            </a:r>
            <a:endParaRPr lang="en-GB" u="sng">
              <a:latin typeface="Times New Roman"/>
              <a:cs typeface="Times New Roman"/>
            </a:endParaRPr>
          </a:p>
          <a:p>
            <a:r>
              <a:rPr lang="en-GB">
                <a:latin typeface="Times New Roman"/>
                <a:ea typeface="+mn-lt"/>
                <a:cs typeface="Times New Roman"/>
              </a:rPr>
              <a:t>Atelophobia is the irrational fear of being imperfect or inadequate.</a:t>
            </a:r>
            <a:br>
              <a:rPr lang="en-GB">
                <a:latin typeface="Times New Roman"/>
                <a:ea typeface="+mn-lt"/>
                <a:cs typeface="Times New Roman"/>
              </a:rPr>
            </a:br>
            <a:r>
              <a:rPr lang="en-GB">
                <a:latin typeface="Times New Roman"/>
                <a:ea typeface="+mn-lt"/>
                <a:cs typeface="Times New Roman"/>
              </a:rPr>
              <a:t> It leads individuals to experience intense anxiety about not meeting personal or external standards of perfection.</a:t>
            </a:r>
            <a:endParaRPr lang="en-GB">
              <a:latin typeface="Times New Roman"/>
              <a:cs typeface="Times New Roman"/>
            </a:endParaRPr>
          </a:p>
          <a:p>
            <a:endParaRPr lang="en-GB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006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E8E1A5-8CCE-BAD5-154C-0471189D6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>
                <a:latin typeface="Times New Roman"/>
                <a:ea typeface="+mj-lt"/>
                <a:cs typeface="+mj-lt"/>
              </a:rPr>
              <a:t>Origin of the Term</a:t>
            </a:r>
            <a:endParaRPr lang="en-US" sz="5400">
              <a:latin typeface="Times New Roman"/>
              <a:cs typeface="Times New Roman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A8275-07F2-6CBB-43F4-564F5A7FE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2200" b="1">
                <a:latin typeface="Times New Roman"/>
                <a:cs typeface="Times New Roman"/>
              </a:rPr>
              <a:t>Etymology of Atelophobia</a:t>
            </a:r>
            <a:endParaRPr lang="en-GB" sz="2200">
              <a:latin typeface="Times New Roman"/>
              <a:cs typeface="Times New Roman"/>
            </a:endParaRPr>
          </a:p>
          <a:p>
            <a:r>
              <a:rPr lang="en-GB" sz="2200" b="1" err="1">
                <a:latin typeface="Times New Roman"/>
                <a:ea typeface="+mn-lt"/>
                <a:cs typeface="+mn-lt"/>
              </a:rPr>
              <a:t>Atelos</a:t>
            </a:r>
            <a:r>
              <a:rPr lang="en-GB" sz="2200">
                <a:latin typeface="Times New Roman"/>
                <a:ea typeface="+mn-lt"/>
                <a:cs typeface="+mn-lt"/>
              </a:rPr>
              <a:t> (Greek): Meaning </a:t>
            </a:r>
            <a:r>
              <a:rPr lang="en-GB" sz="2200" i="1">
                <a:latin typeface="Times New Roman"/>
                <a:ea typeface="+mn-lt"/>
                <a:cs typeface="+mn-lt"/>
              </a:rPr>
              <a:t>imperfect</a:t>
            </a:r>
            <a:r>
              <a:rPr lang="en-GB" sz="2200">
                <a:latin typeface="Times New Roman"/>
                <a:ea typeface="+mn-lt"/>
                <a:cs typeface="+mn-lt"/>
              </a:rPr>
              <a:t> or </a:t>
            </a:r>
            <a:r>
              <a:rPr lang="en-GB" sz="2200" i="1">
                <a:latin typeface="Times New Roman"/>
                <a:ea typeface="+mn-lt"/>
                <a:cs typeface="+mn-lt"/>
              </a:rPr>
              <a:t>incomplete</a:t>
            </a:r>
            <a:endParaRPr lang="en-GB" sz="2200">
              <a:latin typeface="Times New Roman"/>
              <a:ea typeface="+mn-lt"/>
              <a:cs typeface="+mn-lt"/>
            </a:endParaRPr>
          </a:p>
          <a:p>
            <a:r>
              <a:rPr lang="en-GB" sz="2200" b="1">
                <a:latin typeface="Times New Roman"/>
                <a:ea typeface="+mn-lt"/>
                <a:cs typeface="+mn-lt"/>
              </a:rPr>
              <a:t>Phobia</a:t>
            </a:r>
            <a:r>
              <a:rPr lang="en-GB" sz="2200">
                <a:latin typeface="Times New Roman"/>
                <a:ea typeface="+mn-lt"/>
                <a:cs typeface="+mn-lt"/>
              </a:rPr>
              <a:t> (Greek): Meaning </a:t>
            </a:r>
            <a:r>
              <a:rPr lang="en-GB" sz="2200" i="1">
                <a:latin typeface="Times New Roman"/>
                <a:ea typeface="+mn-lt"/>
                <a:cs typeface="+mn-lt"/>
              </a:rPr>
              <a:t>fear</a:t>
            </a:r>
            <a:r>
              <a:rPr lang="en-GB" sz="2200">
                <a:latin typeface="Times New Roman"/>
                <a:ea typeface="+mn-lt"/>
                <a:cs typeface="+mn-lt"/>
              </a:rPr>
              <a:t> or </a:t>
            </a:r>
            <a:r>
              <a:rPr lang="en-GB" sz="2200" i="1">
                <a:latin typeface="Times New Roman"/>
                <a:ea typeface="+mn-lt"/>
                <a:cs typeface="+mn-lt"/>
              </a:rPr>
              <a:t>aversion</a:t>
            </a:r>
            <a:endParaRPr lang="en-GB" sz="2200">
              <a:latin typeface="Times New Roman"/>
              <a:ea typeface="+mn-lt"/>
              <a:cs typeface="+mn-lt"/>
            </a:endParaRPr>
          </a:p>
          <a:p>
            <a:r>
              <a:rPr lang="en-GB" sz="2200">
                <a:latin typeface="Times New Roman"/>
                <a:ea typeface="+mn-lt"/>
                <a:cs typeface="+mn-lt"/>
              </a:rPr>
              <a:t>🔍 Combined, Atelophobia literally means the </a:t>
            </a:r>
            <a:r>
              <a:rPr lang="en-GB" sz="2200" i="1">
                <a:latin typeface="Times New Roman"/>
                <a:ea typeface="+mn-lt"/>
                <a:cs typeface="+mn-lt"/>
              </a:rPr>
              <a:t>fear of imperfection</a:t>
            </a:r>
            <a:r>
              <a:rPr lang="en-GB" sz="2200">
                <a:latin typeface="Times New Roman"/>
                <a:ea typeface="+mn-lt"/>
                <a:cs typeface="+mn-lt"/>
              </a:rPr>
              <a:t>.</a:t>
            </a:r>
            <a:br>
              <a:rPr lang="en-GB" sz="2200">
                <a:latin typeface="Times New Roman"/>
                <a:ea typeface="+mn-lt"/>
                <a:cs typeface="+mn-lt"/>
              </a:rPr>
            </a:br>
            <a:r>
              <a:rPr lang="en-GB" sz="2200">
                <a:latin typeface="Times New Roman"/>
                <a:ea typeface="+mn-lt"/>
                <a:cs typeface="+mn-lt"/>
              </a:rPr>
              <a:t> It describes an overwhelming anxiety about making mistakes or not being "good enough."</a:t>
            </a:r>
          </a:p>
          <a:p>
            <a:endParaRPr lang="en-GB" sz="2200"/>
          </a:p>
        </p:txBody>
      </p:sp>
    </p:spTree>
    <p:extLst>
      <p:ext uri="{BB962C8B-B14F-4D97-AF65-F5344CB8AC3E}">
        <p14:creationId xmlns:p14="http://schemas.microsoft.com/office/powerpoint/2010/main" val="7713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19FE1-1205-BE6D-160F-878313A82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GB" sz="4000">
                <a:latin typeface="Times New Roman"/>
                <a:ea typeface="+mj-lt"/>
                <a:cs typeface="+mj-lt"/>
              </a:rPr>
              <a:t>Why It Happens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04AFA-B3FF-4089-36D7-7CC4D3820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200" b="1">
                <a:latin typeface="Times New Roman"/>
                <a:cs typeface="Times New Roman"/>
              </a:rPr>
              <a:t>Common Causes of Atelophobia:</a:t>
            </a:r>
            <a:endParaRPr lang="en-GB" sz="2200">
              <a:latin typeface="Times New Roman"/>
              <a:cs typeface="Times New Roman"/>
            </a:endParaRPr>
          </a:p>
          <a:p>
            <a:r>
              <a:rPr lang="en-GB" sz="2200" b="1">
                <a:latin typeface="Times New Roman"/>
                <a:ea typeface="+mn-lt"/>
                <a:cs typeface="+mn-lt"/>
              </a:rPr>
              <a:t>Childhood Environment</a:t>
            </a:r>
            <a:br>
              <a:rPr lang="en-GB" sz="2200" b="1">
                <a:latin typeface="Times New Roman"/>
                <a:ea typeface="+mn-lt"/>
                <a:cs typeface="+mn-lt"/>
              </a:rPr>
            </a:br>
            <a:r>
              <a:rPr lang="en-GB" sz="2200" b="1">
                <a:latin typeface="Times New Roman"/>
                <a:ea typeface="+mn-lt"/>
                <a:cs typeface="+mn-lt"/>
              </a:rPr>
              <a:t> – </a:t>
            </a:r>
            <a:r>
              <a:rPr lang="en-GB" sz="2200">
                <a:latin typeface="Times New Roman"/>
                <a:ea typeface="+mn-lt"/>
                <a:cs typeface="+mn-lt"/>
              </a:rPr>
              <a:t>Excessive criticism or unrealistic expectations from parents</a:t>
            </a:r>
            <a:endParaRPr lang="en-GB" sz="2200">
              <a:latin typeface="Times New Roman"/>
              <a:cs typeface="Times New Roman"/>
            </a:endParaRPr>
          </a:p>
          <a:p>
            <a:r>
              <a:rPr lang="en-GB" sz="2200" b="1">
                <a:latin typeface="Times New Roman"/>
                <a:ea typeface="+mn-lt"/>
                <a:cs typeface="+mn-lt"/>
              </a:rPr>
              <a:t>Societal Pressure</a:t>
            </a:r>
            <a:br>
              <a:rPr lang="en-GB" sz="2200" b="1">
                <a:latin typeface="Times New Roman"/>
                <a:ea typeface="+mn-lt"/>
                <a:cs typeface="+mn-lt"/>
              </a:rPr>
            </a:br>
            <a:r>
              <a:rPr lang="en-GB" sz="2200" b="1">
                <a:latin typeface="Times New Roman"/>
                <a:ea typeface="+mn-lt"/>
                <a:cs typeface="+mn-lt"/>
              </a:rPr>
              <a:t> –</a:t>
            </a:r>
            <a:r>
              <a:rPr lang="en-GB" sz="2200">
                <a:latin typeface="Times New Roman"/>
                <a:ea typeface="+mn-lt"/>
                <a:cs typeface="+mn-lt"/>
              </a:rPr>
              <a:t> Culture of perfectionism, especially on social media</a:t>
            </a:r>
            <a:endParaRPr lang="en-GB" sz="2200">
              <a:latin typeface="Times New Roman"/>
              <a:cs typeface="Times New Roman"/>
            </a:endParaRPr>
          </a:p>
          <a:p>
            <a:r>
              <a:rPr lang="en-GB" sz="2200" b="1">
                <a:latin typeface="Times New Roman"/>
                <a:ea typeface="+mn-lt"/>
                <a:cs typeface="+mn-lt"/>
              </a:rPr>
              <a:t>Personal Traits</a:t>
            </a:r>
            <a:br>
              <a:rPr lang="en-GB" sz="2200" b="1">
                <a:latin typeface="Times New Roman"/>
                <a:ea typeface="+mn-lt"/>
                <a:cs typeface="+mn-lt"/>
              </a:rPr>
            </a:br>
            <a:r>
              <a:rPr lang="en-GB" sz="2200" b="1">
                <a:latin typeface="Times New Roman"/>
                <a:ea typeface="+mn-lt"/>
                <a:cs typeface="+mn-lt"/>
              </a:rPr>
              <a:t> –</a:t>
            </a:r>
            <a:r>
              <a:rPr lang="en-GB" sz="2200">
                <a:latin typeface="Times New Roman"/>
                <a:ea typeface="+mn-lt"/>
                <a:cs typeface="+mn-lt"/>
              </a:rPr>
              <a:t> High sensitivity, low self-esteem, fear of failure</a:t>
            </a:r>
            <a:endParaRPr lang="en-GB" sz="2200">
              <a:latin typeface="Times New Roman"/>
              <a:cs typeface="Times New Roman"/>
            </a:endParaRPr>
          </a:p>
          <a:p>
            <a:r>
              <a:rPr lang="en-GB" sz="2200" b="1">
                <a:latin typeface="Times New Roman"/>
                <a:ea typeface="+mn-lt"/>
                <a:cs typeface="+mn-lt"/>
              </a:rPr>
              <a:t>Past Traumas or Failures</a:t>
            </a:r>
            <a:br>
              <a:rPr lang="en-GB" sz="2200" b="1">
                <a:latin typeface="Times New Roman"/>
                <a:ea typeface="+mn-lt"/>
                <a:cs typeface="+mn-lt"/>
              </a:rPr>
            </a:br>
            <a:r>
              <a:rPr lang="en-GB" sz="2200" b="1">
                <a:latin typeface="Times New Roman"/>
                <a:ea typeface="+mn-lt"/>
                <a:cs typeface="+mn-lt"/>
              </a:rPr>
              <a:t> – </a:t>
            </a:r>
            <a:r>
              <a:rPr lang="en-GB" sz="2200">
                <a:latin typeface="Times New Roman"/>
                <a:ea typeface="+mn-lt"/>
                <a:cs typeface="+mn-lt"/>
              </a:rPr>
              <a:t>Previous experiences of rejection or harsh judgment</a:t>
            </a:r>
            <a:endParaRPr lang="en-GB" sz="22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2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859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7D7CC-FA95-46CA-FE11-986DA543D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  <a:latin typeface="Times New Roman"/>
                <a:ea typeface="+mj-lt"/>
                <a:cs typeface="+mj-lt"/>
              </a:rPr>
              <a:t>Signs &amp; Symptoms of Atelophobia</a:t>
            </a:r>
            <a:endParaRPr lang="en-US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39C675C-D763-1C00-96C9-4562AE4C0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 b="1">
                <a:latin typeface="Times New Roman"/>
                <a:cs typeface="Times New Roman"/>
              </a:rPr>
              <a:t>Common Symptoms</a:t>
            </a:r>
            <a:endParaRPr lang="en-GB" sz="2000">
              <a:latin typeface="Times New Roman"/>
              <a:cs typeface="Times New Roman"/>
            </a:endParaRPr>
          </a:p>
          <a:p>
            <a:r>
              <a:rPr lang="en-GB" sz="2000">
                <a:latin typeface="Times New Roman"/>
                <a:ea typeface="+mn-lt"/>
                <a:cs typeface="+mn-lt"/>
              </a:rPr>
              <a:t>😟 Persistent anxiety about making mistakes</a:t>
            </a:r>
            <a:endParaRPr lang="en-GB" sz="2000">
              <a:latin typeface="Times New Roman"/>
              <a:cs typeface="Times New Roman"/>
            </a:endParaRPr>
          </a:p>
          <a:p>
            <a:r>
              <a:rPr lang="en-GB" sz="2000">
                <a:latin typeface="Times New Roman"/>
                <a:ea typeface="+mn-lt"/>
                <a:cs typeface="+mn-lt"/>
              </a:rPr>
              <a:t>⏳ Chronic procrastination to avoid imperfection</a:t>
            </a:r>
            <a:endParaRPr lang="en-GB" sz="2000">
              <a:latin typeface="Times New Roman"/>
              <a:cs typeface="Times New Roman"/>
            </a:endParaRPr>
          </a:p>
          <a:p>
            <a:r>
              <a:rPr lang="en-GB" sz="2000">
                <a:latin typeface="Times New Roman"/>
                <a:ea typeface="+mn-lt"/>
                <a:cs typeface="+mn-lt"/>
              </a:rPr>
              <a:t>🚫 Fear of starting or completing tasks</a:t>
            </a:r>
            <a:endParaRPr lang="en-GB" sz="2000">
              <a:latin typeface="Times New Roman"/>
              <a:cs typeface="Times New Roman"/>
            </a:endParaRPr>
          </a:p>
          <a:p>
            <a:r>
              <a:rPr lang="en-GB" sz="2000">
                <a:latin typeface="Times New Roman"/>
                <a:ea typeface="+mn-lt"/>
                <a:cs typeface="+mn-lt"/>
              </a:rPr>
              <a:t>😓 Low self-esteem and feelings of worthlessness</a:t>
            </a:r>
            <a:endParaRPr lang="en-GB" sz="2000">
              <a:latin typeface="Times New Roman"/>
              <a:cs typeface="Times New Roman"/>
            </a:endParaRPr>
          </a:p>
          <a:p>
            <a:r>
              <a:rPr lang="en-GB" sz="2000">
                <a:latin typeface="Times New Roman"/>
                <a:ea typeface="+mn-lt"/>
                <a:cs typeface="+mn-lt"/>
              </a:rPr>
              <a:t>🧠 Obsessive over small details</a:t>
            </a:r>
            <a:endParaRPr lang="en-GB" sz="2000">
              <a:latin typeface="Times New Roman"/>
              <a:cs typeface="Times New Roman"/>
            </a:endParaRPr>
          </a:p>
          <a:p>
            <a:r>
              <a:rPr lang="en-GB" sz="2000">
                <a:latin typeface="Times New Roman"/>
                <a:ea typeface="+mn-lt"/>
                <a:cs typeface="+mn-lt"/>
              </a:rPr>
              <a:t>😴 Insomnia or sleep disturbances due to worry</a:t>
            </a:r>
            <a:endParaRPr lang="en-GB" sz="2000">
              <a:latin typeface="Times New Roman"/>
              <a:cs typeface="Times New Roman"/>
            </a:endParaRPr>
          </a:p>
          <a:p>
            <a:r>
              <a:rPr lang="en-GB" sz="2000">
                <a:latin typeface="Times New Roman"/>
                <a:ea typeface="+mn-lt"/>
                <a:cs typeface="+mn-lt"/>
              </a:rPr>
              <a:t>😔 Social withdrawal to avoid judgment</a:t>
            </a:r>
            <a:endParaRPr lang="en-GB" sz="2000">
              <a:latin typeface="Times New Roman"/>
              <a:cs typeface="Times New Roman"/>
            </a:endParaRPr>
          </a:p>
          <a:p>
            <a:r>
              <a:rPr lang="en-GB" sz="2000">
                <a:latin typeface="Times New Roman"/>
                <a:ea typeface="+mn-lt"/>
                <a:cs typeface="+mn-lt"/>
              </a:rPr>
              <a:t>👉 These symptoms often interfere with personal life, work, and relationships</a:t>
            </a:r>
            <a:endParaRPr lang="en-GB" sz="2000">
              <a:latin typeface="Times New Roman"/>
              <a:cs typeface="Times New Roman"/>
            </a:endParaRPr>
          </a:p>
          <a:p>
            <a:endParaRPr lang="en-GB" sz="2000">
              <a:latin typeface="Times New Roman"/>
              <a:cs typeface="Times New Roman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6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AB2FB-5B4B-6E27-0C12-9762862D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4600">
                <a:latin typeface="Times New Roman"/>
                <a:ea typeface="+mj-lt"/>
                <a:cs typeface="+mj-lt"/>
              </a:rPr>
              <a:t>Who Is Affected by Atelophobia?</a:t>
            </a:r>
            <a:endParaRPr lang="en-US" sz="4600">
              <a:latin typeface="Times New Roman"/>
              <a:cs typeface="Times New Roman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994A-5349-ADB6-BF01-64629471C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2200" b="1">
                <a:latin typeface="Times New Roman"/>
                <a:cs typeface="Times New Roman"/>
              </a:rPr>
              <a:t>Commonly Affected People</a:t>
            </a:r>
            <a:endParaRPr lang="en-GB" sz="2200">
              <a:latin typeface="Times New Roman"/>
              <a:cs typeface="Times New Roman"/>
            </a:endParaRPr>
          </a:p>
          <a:p>
            <a:r>
              <a:rPr lang="en-GB" sz="2200">
                <a:latin typeface="Times New Roman"/>
                <a:ea typeface="+mn-lt"/>
                <a:cs typeface="+mn-lt"/>
              </a:rPr>
              <a:t>🎓 Students facing academic pressure</a:t>
            </a:r>
            <a:endParaRPr lang="en-GB" sz="2200">
              <a:latin typeface="Times New Roman"/>
              <a:cs typeface="Times New Roman"/>
            </a:endParaRPr>
          </a:p>
          <a:p>
            <a:r>
              <a:rPr lang="en-GB" sz="2200">
                <a:latin typeface="Times New Roman"/>
                <a:ea typeface="+mn-lt"/>
                <a:cs typeface="+mn-lt"/>
              </a:rPr>
              <a:t>👩‍💼 Professionals in high-performance jobs (e.g., doctors, engineers, artists)</a:t>
            </a:r>
            <a:endParaRPr lang="en-GB" sz="2200">
              <a:latin typeface="Times New Roman"/>
              <a:cs typeface="Times New Roman"/>
            </a:endParaRPr>
          </a:p>
          <a:p>
            <a:r>
              <a:rPr lang="en-GB" sz="2200">
                <a:latin typeface="Times New Roman"/>
                <a:ea typeface="+mn-lt"/>
                <a:cs typeface="+mn-lt"/>
              </a:rPr>
              <a:t>🧑‍🤝‍🧑 Perfectionists &amp; Highly Sensitive Persons (HSP)</a:t>
            </a:r>
            <a:endParaRPr lang="en-GB" sz="2200">
              <a:latin typeface="Times New Roman"/>
              <a:cs typeface="Times New Roman"/>
            </a:endParaRPr>
          </a:p>
          <a:p>
            <a:r>
              <a:rPr lang="en-GB" sz="2200">
                <a:latin typeface="Times New Roman"/>
                <a:ea typeface="+mn-lt"/>
                <a:cs typeface="+mn-lt"/>
              </a:rPr>
              <a:t>📱 Frequent social media users exposed to unrealistic standards</a:t>
            </a:r>
            <a:endParaRPr lang="en-GB" sz="2200">
              <a:latin typeface="Times New Roman"/>
              <a:cs typeface="Times New Roman"/>
            </a:endParaRPr>
          </a:p>
          <a:p>
            <a:r>
              <a:rPr lang="en-GB" sz="2200">
                <a:latin typeface="Times New Roman"/>
                <a:ea typeface="+mn-lt"/>
                <a:cs typeface="+mn-lt"/>
              </a:rPr>
              <a:t>👶 Individuals with a history of strict upbringing or harsh criticism</a:t>
            </a:r>
            <a:endParaRPr lang="en-GB" sz="2200">
              <a:latin typeface="Times New Roman"/>
              <a:cs typeface="Times New Roman"/>
            </a:endParaRPr>
          </a:p>
          <a:p>
            <a:r>
              <a:rPr lang="en-GB" sz="2200">
                <a:latin typeface="Times New Roman"/>
                <a:ea typeface="+mn-lt"/>
                <a:cs typeface="+mn-lt"/>
              </a:rPr>
              <a:t>⚡ Atelophobia can affect people of all ages, but often develops during adolescence or early adulthood due to formative experiences.</a:t>
            </a:r>
            <a:endParaRPr lang="en-GB" sz="2200">
              <a:latin typeface="Times New Roman"/>
              <a:cs typeface="Times New Roman"/>
            </a:endParaRPr>
          </a:p>
          <a:p>
            <a:endParaRPr lang="en-GB" sz="2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41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09E61-B7E1-7F6B-17CC-8641C586C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  <a:latin typeface="Times New Roman"/>
                <a:ea typeface="+mj-lt"/>
                <a:cs typeface="+mj-lt"/>
              </a:rPr>
              <a:t>Atelophobia vs. Perfectionism</a:t>
            </a:r>
            <a:endParaRPr lang="en-US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CC9512-052C-0D08-D118-B02DC7DD6830}"/>
              </a:ext>
            </a:extLst>
          </p:cNvPr>
          <p:cNvSpPr txBox="1"/>
          <p:nvPr/>
        </p:nvSpPr>
        <p:spPr>
          <a:xfrm>
            <a:off x="5662961" y="5486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AFC0E4B-7D5F-3EEC-7EC9-E10D3971B0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916951"/>
              </p:ext>
            </p:extLst>
          </p:nvPr>
        </p:nvGraphicFramePr>
        <p:xfrm>
          <a:off x="838200" y="2140484"/>
          <a:ext cx="10515602" cy="367219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33735">
                  <a:extLst>
                    <a:ext uri="{9D8B030D-6E8A-4147-A177-3AD203B41FA5}">
                      <a16:colId xmlns:a16="http://schemas.microsoft.com/office/drawing/2014/main" val="306168471"/>
                    </a:ext>
                  </a:extLst>
                </a:gridCol>
                <a:gridCol w="3682065">
                  <a:extLst>
                    <a:ext uri="{9D8B030D-6E8A-4147-A177-3AD203B41FA5}">
                      <a16:colId xmlns:a16="http://schemas.microsoft.com/office/drawing/2014/main" val="966122251"/>
                    </a:ext>
                  </a:extLst>
                </a:gridCol>
                <a:gridCol w="3599802">
                  <a:extLst>
                    <a:ext uri="{9D8B030D-6E8A-4147-A177-3AD203B41FA5}">
                      <a16:colId xmlns:a16="http://schemas.microsoft.com/office/drawing/2014/main" val="554326295"/>
                    </a:ext>
                  </a:extLst>
                </a:gridCol>
              </a:tblGrid>
              <a:tr h="521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 b="1">
                          <a:latin typeface="Times New Roman"/>
                        </a:rPr>
                        <a:t>Aspect</a:t>
                      </a:r>
                      <a:endParaRPr lang="en-GB" sz="2300">
                        <a:latin typeface="Times New Roman"/>
                      </a:endParaRPr>
                    </a:p>
                  </a:txBody>
                  <a:tcPr marL="118458" marR="118458" marT="59229" marB="59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 b="1">
                          <a:latin typeface="Times New Roman"/>
                        </a:rPr>
                        <a:t>Atelophobia</a:t>
                      </a:r>
                      <a:endParaRPr lang="en-GB" sz="2300">
                        <a:latin typeface="Times New Roman"/>
                      </a:endParaRPr>
                    </a:p>
                  </a:txBody>
                  <a:tcPr marL="118458" marR="118458" marT="59229" marB="59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 b="1">
                          <a:latin typeface="Times New Roman"/>
                        </a:rPr>
                        <a:t>Perfectionism</a:t>
                      </a:r>
                      <a:endParaRPr lang="en-GB" sz="2300">
                        <a:latin typeface="Times New Roman"/>
                      </a:endParaRPr>
                    </a:p>
                  </a:txBody>
                  <a:tcPr marL="118458" marR="118458" marT="59229" marB="59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445369"/>
                  </a:ext>
                </a:extLst>
              </a:tr>
              <a:tr h="521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>
                          <a:latin typeface="Times New Roman"/>
                        </a:rPr>
                        <a:t>🔍 Fear vs. Drive</a:t>
                      </a:r>
                    </a:p>
                  </a:txBody>
                  <a:tcPr marL="118458" marR="118458" marT="59229" marB="59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>
                          <a:latin typeface="Times New Roman"/>
                        </a:rPr>
                        <a:t>Fear of being imperfect</a:t>
                      </a:r>
                    </a:p>
                  </a:txBody>
                  <a:tcPr marL="118458" marR="118458" marT="59229" marB="59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>
                          <a:latin typeface="Times New Roman"/>
                        </a:rPr>
                        <a:t>Desire to be perfect</a:t>
                      </a:r>
                    </a:p>
                  </a:txBody>
                  <a:tcPr marL="118458" marR="118458" marT="59229" marB="59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42753"/>
                  </a:ext>
                </a:extLst>
              </a:tr>
              <a:tr h="876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>
                          <a:latin typeface="Times New Roman"/>
                        </a:rPr>
                        <a:t>😨 Main Feeling</a:t>
                      </a:r>
                    </a:p>
                  </a:txBody>
                  <a:tcPr marL="118458" marR="118458" marT="59229" marB="59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>
                          <a:latin typeface="Times New Roman"/>
                        </a:rPr>
                        <a:t>Anxiety, dread of judgment or failure</a:t>
                      </a:r>
                    </a:p>
                  </a:txBody>
                  <a:tcPr marL="118458" marR="118458" marT="59229" marB="59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>
                          <a:latin typeface="Times New Roman"/>
                        </a:rPr>
                        <a:t>Motivation to achieve high standards</a:t>
                      </a:r>
                    </a:p>
                  </a:txBody>
                  <a:tcPr marL="118458" marR="118458" marT="59229" marB="59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963544"/>
                  </a:ext>
                </a:extLst>
              </a:tr>
              <a:tr h="876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>
                          <a:latin typeface="Times New Roman"/>
                        </a:rPr>
                        <a:t>⚠️ Impact on </a:t>
                      </a:r>
                      <a:r>
                        <a:rPr lang="en-GB" sz="2300" err="1">
                          <a:latin typeface="Times New Roman"/>
                        </a:rPr>
                        <a:t>Behavior</a:t>
                      </a:r>
                    </a:p>
                  </a:txBody>
                  <a:tcPr marL="118458" marR="118458" marT="59229" marB="59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>
                          <a:latin typeface="Times New Roman"/>
                        </a:rPr>
                        <a:t>Avoidance, procrastination, self-sabotage</a:t>
                      </a:r>
                    </a:p>
                  </a:txBody>
                  <a:tcPr marL="118458" marR="118458" marT="59229" marB="59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>
                          <a:latin typeface="Times New Roman"/>
                        </a:rPr>
                        <a:t>Overworking, obsessive attention to detail</a:t>
                      </a:r>
                    </a:p>
                  </a:txBody>
                  <a:tcPr marL="118458" marR="118458" marT="59229" marB="59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509867"/>
                  </a:ext>
                </a:extLst>
              </a:tr>
              <a:tr h="876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>
                          <a:latin typeface="Times New Roman"/>
                        </a:rPr>
                        <a:t>✅ Outcome</a:t>
                      </a:r>
                    </a:p>
                  </a:txBody>
                  <a:tcPr marL="118458" marR="118458" marT="59229" marB="59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>
                          <a:latin typeface="Times New Roman"/>
                        </a:rPr>
                        <a:t>Prevents action or growth</a:t>
                      </a:r>
                    </a:p>
                  </a:txBody>
                  <a:tcPr marL="118458" marR="118458" marT="59229" marB="59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>
                          <a:latin typeface="Times New Roman"/>
                        </a:rPr>
                        <a:t>Can lead to achievements but also burnout</a:t>
                      </a:r>
                    </a:p>
                  </a:txBody>
                  <a:tcPr marL="118458" marR="118458" marT="59229" marB="59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5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07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85A368-7A42-2E34-09DF-9715A92A8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sz="4100">
                <a:solidFill>
                  <a:srgbClr val="FFFFFF"/>
                </a:solidFill>
                <a:latin typeface="Times New Roman"/>
                <a:ea typeface="+mj-lt"/>
                <a:cs typeface="+mj-lt"/>
              </a:rPr>
              <a:t>Psychological Impact of Atelophobia</a:t>
            </a:r>
            <a:endParaRPr lang="en-US" sz="41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42051AF-EB43-85EE-1BD7-86EE6BB78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2400" b="1">
                <a:latin typeface="Times New Roman"/>
                <a:cs typeface="Times New Roman"/>
              </a:rPr>
              <a:t>Emotional Effects</a:t>
            </a:r>
            <a:endParaRPr lang="en-GB" sz="2400">
              <a:latin typeface="Times New Roman"/>
              <a:cs typeface="Times New Roman"/>
            </a:endParaRPr>
          </a:p>
          <a:p>
            <a:r>
              <a:rPr lang="en-GB" sz="2400">
                <a:latin typeface="Times New Roman"/>
                <a:ea typeface="+mn-lt"/>
                <a:cs typeface="+mn-lt"/>
              </a:rPr>
              <a:t>Persistent anxiety about making mistakes</a:t>
            </a:r>
            <a:endParaRPr lang="en-GB" sz="2400">
              <a:latin typeface="Times New Roman"/>
              <a:cs typeface="Times New Roman"/>
            </a:endParaRPr>
          </a:p>
          <a:p>
            <a:r>
              <a:rPr lang="en-GB" sz="2400">
                <a:latin typeface="Times New Roman"/>
                <a:ea typeface="+mn-lt"/>
                <a:cs typeface="+mn-lt"/>
              </a:rPr>
              <a:t>Low self-esteem and constant self-criticism</a:t>
            </a:r>
            <a:endParaRPr lang="en-GB" sz="2400">
              <a:latin typeface="Times New Roman"/>
              <a:cs typeface="Times New Roman"/>
            </a:endParaRPr>
          </a:p>
          <a:p>
            <a:r>
              <a:rPr lang="en-GB" sz="2400">
                <a:latin typeface="Times New Roman"/>
                <a:ea typeface="+mn-lt"/>
                <a:cs typeface="+mn-lt"/>
              </a:rPr>
              <a:t>Feelings of worthlessness and fear of rejection</a:t>
            </a:r>
            <a:endParaRPr lang="en-GB" sz="24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2400" b="1">
                <a:latin typeface="Times New Roman"/>
                <a:cs typeface="Times New Roman"/>
              </a:rPr>
              <a:t>Mental Health Issues</a:t>
            </a:r>
            <a:endParaRPr lang="en-GB" sz="2400">
              <a:latin typeface="Times New Roman"/>
              <a:cs typeface="Times New Roman"/>
            </a:endParaRPr>
          </a:p>
          <a:p>
            <a:r>
              <a:rPr lang="en-GB" sz="2400">
                <a:latin typeface="Times New Roman"/>
                <a:ea typeface="+mn-lt"/>
                <a:cs typeface="+mn-lt"/>
              </a:rPr>
              <a:t>Risk of depression and burnout</a:t>
            </a:r>
            <a:endParaRPr lang="en-GB" sz="2400">
              <a:latin typeface="Times New Roman"/>
              <a:cs typeface="Times New Roman"/>
            </a:endParaRPr>
          </a:p>
          <a:p>
            <a:r>
              <a:rPr lang="en-GB" sz="2400">
                <a:latin typeface="Times New Roman"/>
                <a:ea typeface="+mn-lt"/>
                <a:cs typeface="+mn-lt"/>
              </a:rPr>
              <a:t>Sleep disturbances due to overthinking</a:t>
            </a:r>
            <a:endParaRPr lang="en-GB" sz="24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2400" b="1">
                <a:latin typeface="Times New Roman"/>
                <a:cs typeface="Times New Roman"/>
              </a:rPr>
              <a:t>Social Consequences</a:t>
            </a:r>
            <a:endParaRPr lang="en-GB" sz="2400">
              <a:latin typeface="Times New Roman"/>
              <a:cs typeface="Times New Roman"/>
            </a:endParaRPr>
          </a:p>
          <a:p>
            <a:r>
              <a:rPr lang="en-GB" sz="2400">
                <a:latin typeface="Times New Roman"/>
                <a:ea typeface="+mn-lt"/>
                <a:cs typeface="+mn-lt"/>
              </a:rPr>
              <a:t>Avoidance of social interactions</a:t>
            </a:r>
            <a:endParaRPr lang="en-GB" sz="2400">
              <a:latin typeface="Times New Roman"/>
              <a:cs typeface="Times New Roman"/>
            </a:endParaRPr>
          </a:p>
          <a:p>
            <a:r>
              <a:rPr lang="en-GB" sz="2400">
                <a:latin typeface="Times New Roman"/>
                <a:ea typeface="+mn-lt"/>
                <a:cs typeface="+mn-lt"/>
              </a:rPr>
              <a:t>Difficulty trusting others or asking for help</a:t>
            </a:r>
            <a:endParaRPr lang="en-GB" sz="2400">
              <a:latin typeface="Times New Roman"/>
              <a:cs typeface="Times New Roman"/>
            </a:endParaRPr>
          </a:p>
          <a:p>
            <a:r>
              <a:rPr lang="en-GB" sz="2400">
                <a:latin typeface="Times New Roman"/>
                <a:ea typeface="+mn-lt"/>
                <a:cs typeface="+mn-lt"/>
              </a:rPr>
              <a:t>👉 These impacts can seriously disrupt work, studies, and personal relationships.</a:t>
            </a:r>
            <a:endParaRPr lang="en-GB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846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3E17859-C5F0-476F-A082-A4CB8841D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DFFD1-9165-A374-7A9C-11EDFB84C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en-GB">
                <a:latin typeface="Times New Roman"/>
                <a:ea typeface="+mj-lt"/>
                <a:cs typeface="+mj-lt"/>
              </a:rPr>
              <a:t>Impact on Daily Life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8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980527" y="1929807"/>
            <a:ext cx="4556632" cy="45566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0988" y="1969050"/>
            <a:ext cx="666675" cy="6485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969B6A-371F-961B-2218-921D4E47C9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9266452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3808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C160A-B752-577D-67DC-C689D9739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GB" sz="4200">
                <a:solidFill>
                  <a:srgbClr val="FFFFFF"/>
                </a:solidFill>
                <a:latin typeface="Times New Roman"/>
                <a:ea typeface="+mj-lt"/>
                <a:cs typeface="+mj-lt"/>
              </a:rPr>
              <a:t>How Society Contributes to Atelophobia</a:t>
            </a:r>
            <a:endParaRPr lang="en-US" sz="42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776040-747A-9202-C046-178EEF0417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795089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999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464B83-7D0E-F5EF-8F8C-9BC11D3CC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>
                <a:latin typeface="Times New Roman"/>
                <a:ea typeface="+mj-lt"/>
                <a:cs typeface="+mj-lt"/>
              </a:rPr>
              <a:t>Atelophobia vs Healthy Ambition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6599C91-5C81-CC64-AA06-9990D09C50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7337110"/>
              </p:ext>
            </p:extLst>
          </p:nvPr>
        </p:nvGraphicFramePr>
        <p:xfrm>
          <a:off x="838200" y="2281865"/>
          <a:ext cx="10515601" cy="364632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837460">
                  <a:extLst>
                    <a:ext uri="{9D8B030D-6E8A-4147-A177-3AD203B41FA5}">
                      <a16:colId xmlns:a16="http://schemas.microsoft.com/office/drawing/2014/main" val="896717965"/>
                    </a:ext>
                  </a:extLst>
                </a:gridCol>
                <a:gridCol w="5678141">
                  <a:extLst>
                    <a:ext uri="{9D8B030D-6E8A-4147-A177-3AD203B41FA5}">
                      <a16:colId xmlns:a16="http://schemas.microsoft.com/office/drawing/2014/main" val="2581056122"/>
                    </a:ext>
                  </a:extLst>
                </a:gridCol>
              </a:tblGrid>
              <a:tr h="641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>
                          <a:latin typeface="Times New Roman"/>
                        </a:rPr>
                        <a:t>✅ </a:t>
                      </a:r>
                      <a:r>
                        <a:rPr lang="en-GB" sz="2900" b="1">
                          <a:latin typeface="Times New Roman"/>
                        </a:rPr>
                        <a:t>Healthy Ambition</a:t>
                      </a:r>
                      <a:endParaRPr lang="en-GB" sz="2900">
                        <a:latin typeface="Times New Roman"/>
                      </a:endParaRPr>
                    </a:p>
                  </a:txBody>
                  <a:tcPr marL="145853" marR="145853" marT="72927" marB="729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>
                          <a:latin typeface="Times New Roman"/>
                        </a:rPr>
                        <a:t>⚠️ </a:t>
                      </a:r>
                      <a:r>
                        <a:rPr lang="en-GB" sz="2900" b="1">
                          <a:latin typeface="Times New Roman"/>
                        </a:rPr>
                        <a:t>Atelophobia</a:t>
                      </a:r>
                      <a:endParaRPr lang="en-GB" sz="2900">
                        <a:latin typeface="Times New Roman"/>
                      </a:endParaRPr>
                    </a:p>
                  </a:txBody>
                  <a:tcPr marL="145853" marR="145853" marT="72927" marB="729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746216"/>
                  </a:ext>
                </a:extLst>
              </a:tr>
              <a:tr h="641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>
                          <a:latin typeface="Times New Roman"/>
                        </a:rPr>
                        <a:t>Driven by positive goals</a:t>
                      </a:r>
                    </a:p>
                  </a:txBody>
                  <a:tcPr marL="145853" marR="145853" marT="72927" marB="729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>
                          <a:latin typeface="Times New Roman"/>
                        </a:rPr>
                        <a:t>Driven by fear of failure</a:t>
                      </a:r>
                    </a:p>
                  </a:txBody>
                  <a:tcPr marL="145853" marR="145853" marT="72927" marB="729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311742"/>
                  </a:ext>
                </a:extLst>
              </a:tr>
              <a:tr h="1079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>
                          <a:latin typeface="Times New Roman"/>
                        </a:rPr>
                        <a:t>Motivates growth &amp; learning</a:t>
                      </a:r>
                    </a:p>
                  </a:txBody>
                  <a:tcPr marL="145853" marR="145853" marT="72927" marB="729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>
                          <a:latin typeface="Times New Roman"/>
                        </a:rPr>
                        <a:t>Leads to avoidance and procrastination</a:t>
                      </a:r>
                    </a:p>
                  </a:txBody>
                  <a:tcPr marL="145853" marR="145853" marT="72927" marB="729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433573"/>
                  </a:ext>
                </a:extLst>
              </a:tr>
              <a:tr h="641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>
                          <a:latin typeface="Times New Roman"/>
                        </a:rPr>
                        <a:t>Embraces mistakes as lessons</a:t>
                      </a:r>
                    </a:p>
                  </a:txBody>
                  <a:tcPr marL="145853" marR="145853" marT="72927" marB="729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>
                          <a:latin typeface="Times New Roman"/>
                        </a:rPr>
                        <a:t>Obsessive over flaws and judgment</a:t>
                      </a:r>
                    </a:p>
                  </a:txBody>
                  <a:tcPr marL="145853" marR="145853" marT="72927" marB="729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145196"/>
                  </a:ext>
                </a:extLst>
              </a:tr>
              <a:tr h="641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>
                          <a:latin typeface="Times New Roman"/>
                        </a:rPr>
                        <a:t>Builds self-confidence</a:t>
                      </a:r>
                    </a:p>
                  </a:txBody>
                  <a:tcPr marL="145853" marR="145853" marT="72927" marB="729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>
                          <a:latin typeface="Times New Roman"/>
                        </a:rPr>
                        <a:t>Harms self-esteem and well-being</a:t>
                      </a:r>
                    </a:p>
                  </a:txBody>
                  <a:tcPr marL="145853" marR="145853" marT="72927" marB="729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44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01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574B4-63C7-5BBF-E807-BD601AC6D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>
                <a:latin typeface="Times New Roman"/>
                <a:ea typeface="+mj-lt"/>
                <a:cs typeface="+mj-lt"/>
              </a:rPr>
              <a:t>Coping Mechanisms for Atelophobia</a:t>
            </a:r>
            <a:endParaRPr lang="en-US">
              <a:latin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283DD1-E4B1-B724-48B9-0C90A66AED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0383859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071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9CB5D1-ABAA-BA1C-2B14-80424BB2E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  <a:latin typeface="Times New Roman"/>
                <a:ea typeface="+mj-lt"/>
                <a:cs typeface="+mj-lt"/>
              </a:rPr>
              <a:t>Professional Treatment Options</a:t>
            </a:r>
            <a:endParaRPr lang="en-US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C8FE74-AEB7-BA73-CBB4-3157E587AB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180413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313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9693C7-E10E-44F4-CED0-BB739CB18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  <a:latin typeface="Times New Roman"/>
                <a:ea typeface="+mj-lt"/>
                <a:cs typeface="+mj-lt"/>
              </a:rPr>
              <a:t>Self-help Strategies for Atelophobia</a:t>
            </a:r>
            <a:endParaRPr lang="en-US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62E6C-EE63-6446-F13E-6F6C8440A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400">
                <a:latin typeface="Times New Roman"/>
                <a:ea typeface="+mn-lt"/>
                <a:cs typeface="+mn-lt"/>
              </a:rPr>
              <a:t>🎯 </a:t>
            </a:r>
            <a:r>
              <a:rPr lang="en-GB" sz="2400" b="1">
                <a:latin typeface="Times New Roman"/>
                <a:ea typeface="+mn-lt"/>
                <a:cs typeface="+mn-lt"/>
              </a:rPr>
              <a:t>Set Realistic Expectations</a:t>
            </a:r>
            <a:br>
              <a:rPr lang="en-GB" sz="2400" b="1">
                <a:latin typeface="Times New Roman"/>
                <a:ea typeface="+mn-lt"/>
                <a:cs typeface="+mn-lt"/>
              </a:rPr>
            </a:br>
            <a:r>
              <a:rPr lang="en-GB" sz="2400" b="1">
                <a:latin typeface="Times New Roman"/>
                <a:ea typeface="+mn-lt"/>
                <a:cs typeface="+mn-lt"/>
              </a:rPr>
              <a:t> </a:t>
            </a:r>
            <a:r>
              <a:rPr lang="en-GB" sz="2400">
                <a:latin typeface="Times New Roman"/>
                <a:ea typeface="+mn-lt"/>
                <a:cs typeface="+mn-lt"/>
              </a:rPr>
              <a:t>Focus on progress, not perfection. Aim for “good enough” instead of flawless.</a:t>
            </a:r>
            <a:endParaRPr lang="en-GB" sz="2400">
              <a:latin typeface="Times New Roman"/>
              <a:cs typeface="Times New Roman"/>
            </a:endParaRPr>
          </a:p>
          <a:p>
            <a:r>
              <a:rPr lang="en-GB" sz="2400">
                <a:latin typeface="Times New Roman"/>
                <a:ea typeface="+mn-lt"/>
                <a:cs typeface="+mn-lt"/>
              </a:rPr>
              <a:t>✅ </a:t>
            </a:r>
            <a:r>
              <a:rPr lang="en-GB" sz="2400" b="1">
                <a:latin typeface="Times New Roman"/>
                <a:ea typeface="+mn-lt"/>
                <a:cs typeface="+mn-lt"/>
              </a:rPr>
              <a:t>Celebrate Small Wins</a:t>
            </a:r>
            <a:br>
              <a:rPr lang="en-GB" sz="2400" b="1">
                <a:latin typeface="Times New Roman"/>
                <a:ea typeface="+mn-lt"/>
                <a:cs typeface="+mn-lt"/>
              </a:rPr>
            </a:br>
            <a:r>
              <a:rPr lang="en-GB" sz="2400" b="1">
                <a:latin typeface="Times New Roman"/>
                <a:ea typeface="+mn-lt"/>
                <a:cs typeface="+mn-lt"/>
              </a:rPr>
              <a:t> </a:t>
            </a:r>
            <a:r>
              <a:rPr lang="en-GB" sz="2400">
                <a:latin typeface="Times New Roman"/>
                <a:ea typeface="+mn-lt"/>
                <a:cs typeface="+mn-lt"/>
              </a:rPr>
              <a:t>Acknowledge even minor achievements to boost confidence and motivation.</a:t>
            </a:r>
            <a:endParaRPr lang="en-GB" sz="2400">
              <a:latin typeface="Times New Roman"/>
              <a:cs typeface="Times New Roman"/>
            </a:endParaRPr>
          </a:p>
          <a:p>
            <a:r>
              <a:rPr lang="en-GB" sz="2400">
                <a:latin typeface="Times New Roman"/>
                <a:ea typeface="+mn-lt"/>
                <a:cs typeface="+mn-lt"/>
              </a:rPr>
              <a:t>✍️ </a:t>
            </a:r>
            <a:r>
              <a:rPr lang="en-GB" sz="2400" b="1">
                <a:latin typeface="Times New Roman"/>
                <a:ea typeface="+mn-lt"/>
                <a:cs typeface="+mn-lt"/>
              </a:rPr>
              <a:t>Practice Self-compassion</a:t>
            </a:r>
            <a:br>
              <a:rPr lang="en-GB" sz="2400" b="1">
                <a:latin typeface="Times New Roman"/>
                <a:ea typeface="+mn-lt"/>
                <a:cs typeface="+mn-lt"/>
              </a:rPr>
            </a:br>
            <a:r>
              <a:rPr lang="en-GB" sz="2400">
                <a:latin typeface="Times New Roman"/>
                <a:ea typeface="+mn-lt"/>
                <a:cs typeface="+mn-lt"/>
              </a:rPr>
              <a:t> Treat yourself with kindness instead of harsh criticism.</a:t>
            </a:r>
            <a:endParaRPr lang="en-GB" sz="2400">
              <a:latin typeface="Times New Roman"/>
              <a:cs typeface="Times New Roman"/>
            </a:endParaRPr>
          </a:p>
          <a:p>
            <a:r>
              <a:rPr lang="en-GB" sz="2400">
                <a:latin typeface="Times New Roman"/>
                <a:ea typeface="+mn-lt"/>
                <a:cs typeface="+mn-lt"/>
              </a:rPr>
              <a:t>⏱️ </a:t>
            </a:r>
            <a:r>
              <a:rPr lang="en-GB" sz="2400" b="1">
                <a:latin typeface="Times New Roman"/>
                <a:ea typeface="+mn-lt"/>
                <a:cs typeface="+mn-lt"/>
              </a:rPr>
              <a:t>Time Management</a:t>
            </a:r>
            <a:br>
              <a:rPr lang="en-GB" sz="2400" b="1">
                <a:latin typeface="Times New Roman"/>
                <a:ea typeface="+mn-lt"/>
                <a:cs typeface="+mn-lt"/>
              </a:rPr>
            </a:br>
            <a:r>
              <a:rPr lang="en-GB" sz="2400">
                <a:latin typeface="Times New Roman"/>
                <a:ea typeface="+mn-lt"/>
                <a:cs typeface="+mn-lt"/>
              </a:rPr>
              <a:t> Use schedules and deadlines to avoid overthinking and procrastination.</a:t>
            </a:r>
            <a:endParaRPr lang="en-GB" sz="2400">
              <a:latin typeface="Times New Roman"/>
              <a:cs typeface="Times New Roman"/>
            </a:endParaRPr>
          </a:p>
          <a:p>
            <a:r>
              <a:rPr lang="en-GB" sz="2400">
                <a:latin typeface="Times New Roman"/>
                <a:ea typeface="+mn-lt"/>
                <a:cs typeface="+mn-lt"/>
              </a:rPr>
              <a:t>🌱 </a:t>
            </a:r>
            <a:r>
              <a:rPr lang="en-GB" sz="2400" b="1">
                <a:latin typeface="Times New Roman"/>
                <a:ea typeface="+mn-lt"/>
                <a:cs typeface="+mn-lt"/>
              </a:rPr>
              <a:t>Gradual Exposure</a:t>
            </a:r>
            <a:br>
              <a:rPr lang="en-GB" sz="2400" b="1">
                <a:latin typeface="Times New Roman"/>
                <a:ea typeface="+mn-lt"/>
                <a:cs typeface="+mn-lt"/>
              </a:rPr>
            </a:br>
            <a:r>
              <a:rPr lang="en-GB" sz="2400" b="1">
                <a:latin typeface="Times New Roman"/>
                <a:ea typeface="+mn-lt"/>
                <a:cs typeface="+mn-lt"/>
              </a:rPr>
              <a:t> </a:t>
            </a:r>
            <a:r>
              <a:rPr lang="en-GB" sz="2400">
                <a:latin typeface="Times New Roman"/>
                <a:ea typeface="+mn-lt"/>
                <a:cs typeface="+mn-lt"/>
              </a:rPr>
              <a:t>Start small by taking on tasks outside your comfort zone and build confidence over time.</a:t>
            </a:r>
            <a:endParaRPr lang="en-GB" sz="2400">
              <a:latin typeface="Times New Roman"/>
            </a:endParaRPr>
          </a:p>
          <a:p>
            <a:pPr marL="0" indent="0">
              <a:buNone/>
            </a:pPr>
            <a:endParaRPr lang="en-GB" sz="2400"/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02389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EDDDA-DAFB-0BCB-CCAE-1B39D3E6A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 b="1">
                <a:latin typeface="Times New Roman"/>
                <a:cs typeface="Times New Roman"/>
              </a:rPr>
              <a:t>Conclusion: Embracing Imperfection</a:t>
            </a:r>
            <a:endParaRPr lang="en-US" sz="4000">
              <a:latin typeface="Times New Roman"/>
              <a:cs typeface="Times New Roman"/>
            </a:endParaRPr>
          </a:p>
          <a:p>
            <a:endParaRPr lang="en-GB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BC29BB-93B3-3F85-027D-4EF526FF3F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487143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019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Atelophobia</vt:lpstr>
      <vt:lpstr>What is Atelophobia?</vt:lpstr>
      <vt:lpstr>Origin of the Term</vt:lpstr>
      <vt:lpstr>Why It Happens</vt:lpstr>
      <vt:lpstr>Signs &amp; Symptoms of Atelophobia</vt:lpstr>
      <vt:lpstr>Who Is Affected by Atelophobia?</vt:lpstr>
      <vt:lpstr>Atelophobia vs. Perfectionism</vt:lpstr>
      <vt:lpstr>Psychological Impact of Atelophobia</vt:lpstr>
      <vt:lpstr>Impact on Daily Life</vt:lpstr>
      <vt:lpstr>How Society Contributes to Atelophobia</vt:lpstr>
      <vt:lpstr>Atelophobia vs Healthy Ambition</vt:lpstr>
      <vt:lpstr>Coping Mechanisms for Atelophobia</vt:lpstr>
      <vt:lpstr>Professional Treatment Options</vt:lpstr>
      <vt:lpstr>Self-help Strategies for Atelophobia</vt:lpstr>
      <vt:lpstr>Conclusion: Embracing Imperfection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2025-09-09T05:51:37Z</dcterms:created>
  <dcterms:modified xsi:type="dcterms:W3CDTF">2025-09-12T08:53:14Z</dcterms:modified>
</cp:coreProperties>
</file>